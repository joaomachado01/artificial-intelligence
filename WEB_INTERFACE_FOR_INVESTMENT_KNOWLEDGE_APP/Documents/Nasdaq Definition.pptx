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2" r:id="rId1"/>
  </p:sldMasterIdLst>
  <p:sldIdLst>
    <p:sldId id="256" r:id="rId2"/>
    <p:sldId id="257" r:id="rId3"/>
    <p:sldId id="258" r:id="rId4"/>
    <p:sldId id="259"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p:cViewPr varScale="1">
        <p:scale>
          <a:sx n="121" d="100"/>
          <a:sy n="121" d="100"/>
        </p:scale>
        <p:origin x="744"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descr="Tag=AccentColor&#10;Flavor=Light&#10;Target=FillAndLine">
            <a:extLst>
              <a:ext uri="{FF2B5EF4-FFF2-40B4-BE49-F238E27FC236}">
                <a16:creationId xmlns:a16="http://schemas.microsoft.com/office/drawing/2014/main" id="{DA381740-063A-41A4-836D-85D14980EEF0}"/>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4EF9DF8-704A-44AE-8850-307DDACC9387}"/>
              </a:ext>
            </a:extLst>
          </p:cNvPr>
          <p:cNvSpPr>
            <a:spLocks noGrp="1"/>
          </p:cNvSpPr>
          <p:nvPr>
            <p:ph type="ctrTitle"/>
          </p:nvPr>
        </p:nvSpPr>
        <p:spPr>
          <a:xfrm>
            <a:off x="841248" y="448056"/>
            <a:ext cx="10515600" cy="4069080"/>
          </a:xfrm>
        </p:spPr>
        <p:txBody>
          <a:bodyPr anchor="b">
            <a:noAutofit/>
          </a:bodyPr>
          <a:lstStyle>
            <a:lvl1pPr algn="l">
              <a:defRPr sz="96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CC72E09-06F3-48B9-9B95-DE15EC98017B}"/>
              </a:ext>
            </a:extLst>
          </p:cNvPr>
          <p:cNvSpPr>
            <a:spLocks noGrp="1"/>
          </p:cNvSpPr>
          <p:nvPr>
            <p:ph type="subTitle" idx="1"/>
          </p:nvPr>
        </p:nvSpPr>
        <p:spPr>
          <a:xfrm>
            <a:off x="841248" y="4983480"/>
            <a:ext cx="10515600" cy="1124712"/>
          </a:xfrm>
        </p:spPr>
        <p:txBody>
          <a:bodyPr>
            <a:normAutofit/>
          </a:bodyPr>
          <a:lstStyle>
            <a:lvl1pPr marL="0" indent="0" algn="l">
              <a:buNone/>
              <a:defRPr sz="2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edit Master subtitle style</a:t>
            </a:r>
          </a:p>
        </p:txBody>
      </p:sp>
      <p:sp>
        <p:nvSpPr>
          <p:cNvPr id="4" name="Date Placeholder 3">
            <a:extLst>
              <a:ext uri="{FF2B5EF4-FFF2-40B4-BE49-F238E27FC236}">
                <a16:creationId xmlns:a16="http://schemas.microsoft.com/office/drawing/2014/main" id="{E11CD474-E5E1-4D01-97F6-0C9FC09332C0}"/>
              </a:ext>
            </a:extLst>
          </p:cNvPr>
          <p:cNvSpPr>
            <a:spLocks noGrp="1"/>
          </p:cNvSpPr>
          <p:nvPr>
            <p:ph type="dt" sz="half" idx="10"/>
          </p:nvPr>
        </p:nvSpPr>
        <p:spPr/>
        <p:txBody>
          <a:bodyPr/>
          <a:lstStyle/>
          <a:p>
            <a:fld id="{72345051-2045-45DA-935E-2E3CA1A69ADC}" type="datetimeFigureOut">
              <a:rPr lang="en-US" smtClean="0"/>
              <a:t>7/12/24</a:t>
            </a:fld>
            <a:endParaRPr lang="en-US" dirty="0"/>
          </a:p>
        </p:txBody>
      </p:sp>
      <p:sp>
        <p:nvSpPr>
          <p:cNvPr id="5" name="Footer Placeholder 4">
            <a:extLst>
              <a:ext uri="{FF2B5EF4-FFF2-40B4-BE49-F238E27FC236}">
                <a16:creationId xmlns:a16="http://schemas.microsoft.com/office/drawing/2014/main" id="{C636BBC7-EB9B-4B36-88E9-DBF65D270E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8786C7-DD8D-492F-9A9A-A7B3EBE27FE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4707719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D02BC-5A24-47F7-A4DF-B93FBC0C51B0}"/>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8E9219E-EE74-4093-94D6-F663E059C504}"/>
              </a:ext>
            </a:extLst>
          </p:cNvPr>
          <p:cNvSpPr>
            <a:spLocks noGrp="1"/>
          </p:cNvSpPr>
          <p:nvPr>
            <p:ph idx="1"/>
          </p:nvPr>
        </p:nvSpPr>
        <p:spPr>
          <a:xfrm>
            <a:off x="838200" y="1929384"/>
            <a:ext cx="10515600" cy="4251960"/>
          </a:xfrm>
        </p:spPr>
        <p:txBody>
          <a:bodyPr>
            <a:normAutofit/>
          </a:bodyPr>
          <a:lstStyle>
            <a:lvl1pPr>
              <a:defRPr sz="2800"/>
            </a:lvl1pPr>
            <a:lvl2pPr>
              <a:defRPr sz="2400"/>
            </a:lvl2pPr>
            <a:lvl3pPr>
              <a:defRPr sz="2000"/>
            </a:lvl3pPr>
            <a:lvl4pPr>
              <a:defRPr sz="1800"/>
            </a:lvl4pPr>
            <a:lvl5pPr>
              <a:defRPr sz="18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2A61642-BFBA-48AE-A29C-C2AA7386AE95}"/>
              </a:ext>
            </a:extLst>
          </p:cNvPr>
          <p:cNvSpPr>
            <a:spLocks noGrp="1"/>
          </p:cNvSpPr>
          <p:nvPr>
            <p:ph type="dt" sz="half" idx="10"/>
          </p:nvPr>
        </p:nvSpPr>
        <p:spPr/>
        <p:txBody>
          <a:bodyPr/>
          <a:lstStyle/>
          <a:p>
            <a:fld id="{72345051-2045-45DA-935E-2E3CA1A69ADC}" type="datetimeFigureOut">
              <a:rPr lang="en-US" smtClean="0"/>
              <a:t>7/12/24</a:t>
            </a:fld>
            <a:endParaRPr lang="en-US"/>
          </a:p>
        </p:txBody>
      </p:sp>
      <p:sp>
        <p:nvSpPr>
          <p:cNvPr id="5" name="Footer Placeholder 4">
            <a:extLst>
              <a:ext uri="{FF2B5EF4-FFF2-40B4-BE49-F238E27FC236}">
                <a16:creationId xmlns:a16="http://schemas.microsoft.com/office/drawing/2014/main" id="{2AD2029B-6646-4DBF-A302-76A513FC6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D4DFD-766F-4E45-A00C-2B5E8CE9A90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7" descr="Tag=AccentColor&#10;Flavor=Light&#10;Target=FillAndLine">
            <a:extLst>
              <a:ext uri="{FF2B5EF4-FFF2-40B4-BE49-F238E27FC236}">
                <a16:creationId xmlns:a16="http://schemas.microsoft.com/office/drawing/2014/main" id="{EBDD1931-9E86-4402-9A68-33A2D9EFB198}"/>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2893304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218C0-6540-400C-BB51-353D5FD5CB00}"/>
              </a:ext>
            </a:extLst>
          </p:cNvPr>
          <p:cNvSpPr>
            <a:spLocks noGrp="1"/>
          </p:cNvSpPr>
          <p:nvPr>
            <p:ph type="title"/>
          </p:nvPr>
        </p:nvSpPr>
        <p:spPr>
          <a:xfrm>
            <a:off x="841248" y="448056"/>
            <a:ext cx="10515600" cy="4069080"/>
          </a:xfrm>
        </p:spPr>
        <p:txBody>
          <a:bodyPr anchor="b">
            <a:normAutofit/>
          </a:bodyPr>
          <a:lstStyle>
            <a:lvl1pPr>
              <a:defRPr sz="80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AA81CD69-43B3-4FF7-AA41-30C36C957E65}"/>
              </a:ext>
            </a:extLst>
          </p:cNvPr>
          <p:cNvSpPr>
            <a:spLocks noGrp="1"/>
          </p:cNvSpPr>
          <p:nvPr>
            <p:ph type="body" idx="1"/>
          </p:nvPr>
        </p:nvSpPr>
        <p:spPr>
          <a:xfrm>
            <a:off x="841248" y="4983480"/>
            <a:ext cx="10515600" cy="1124712"/>
          </a:xfrm>
        </p:spPr>
        <p:txBody>
          <a:bodyPr>
            <a:normAutofit/>
          </a:bodyPr>
          <a:lstStyle>
            <a:lvl1pPr marL="0" indent="0">
              <a:buNone/>
              <a:defRPr sz="28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2BF300D-5CBE-47E9-A193-E23C8314D0EA}"/>
              </a:ext>
            </a:extLst>
          </p:cNvPr>
          <p:cNvSpPr>
            <a:spLocks noGrp="1"/>
          </p:cNvSpPr>
          <p:nvPr>
            <p:ph type="dt" sz="half" idx="10"/>
          </p:nvPr>
        </p:nvSpPr>
        <p:spPr/>
        <p:txBody>
          <a:bodyPr/>
          <a:lstStyle/>
          <a:p>
            <a:fld id="{72345051-2045-45DA-935E-2E3CA1A69ADC}" type="datetimeFigureOut">
              <a:rPr lang="en-US" smtClean="0"/>
              <a:t>7/12/24</a:t>
            </a:fld>
            <a:endParaRPr lang="en-US"/>
          </a:p>
        </p:txBody>
      </p:sp>
      <p:sp>
        <p:nvSpPr>
          <p:cNvPr id="5" name="Footer Placeholder 4">
            <a:extLst>
              <a:ext uri="{FF2B5EF4-FFF2-40B4-BE49-F238E27FC236}">
                <a16:creationId xmlns:a16="http://schemas.microsoft.com/office/drawing/2014/main" id="{56E7DF3F-C51A-4DB1-9FCE-E3E0D8E925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269CF4-FAAB-44EF-A2A5-8352B4AA384F}"/>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7" name="Rectangle 6" descr="Tag=AccentColor&#10;Flavor=Light&#10;Target=FillAndLine">
            <a:extLst>
              <a:ext uri="{FF2B5EF4-FFF2-40B4-BE49-F238E27FC236}">
                <a16:creationId xmlns:a16="http://schemas.microsoft.com/office/drawing/2014/main" id="{417A8947-4521-4FE1-8E44-27363435CE1B}"/>
              </a:ext>
            </a:extLst>
          </p:cNvPr>
          <p:cNvSpPr/>
          <p:nvPr/>
        </p:nvSpPr>
        <p:spPr>
          <a:xfrm>
            <a:off x="838200" y="473688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34159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ADE264-531D-49C1-A8AF-2B4C1D218FAB}"/>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4B9A1B8-2F1B-46AA-858A-CFFF5AF7CEB0}"/>
              </a:ext>
            </a:extLst>
          </p:cNvPr>
          <p:cNvSpPr>
            <a:spLocks noGrp="1"/>
          </p:cNvSpPr>
          <p:nvPr>
            <p:ph sz="half" idx="1"/>
          </p:nvPr>
        </p:nvSpPr>
        <p:spPr>
          <a:xfrm>
            <a:off x="838200" y="1929384"/>
            <a:ext cx="5181600" cy="425196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6E6B9631-18C0-43BD-8AF3-9137D6D4C234}"/>
              </a:ext>
            </a:extLst>
          </p:cNvPr>
          <p:cNvSpPr>
            <a:spLocks noGrp="1"/>
          </p:cNvSpPr>
          <p:nvPr>
            <p:ph sz="half" idx="2"/>
          </p:nvPr>
        </p:nvSpPr>
        <p:spPr>
          <a:xfrm>
            <a:off x="6172200" y="1929384"/>
            <a:ext cx="5181600" cy="42519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E9032FCA-14C6-4497-9C27-3F58062442CE}"/>
              </a:ext>
            </a:extLst>
          </p:cNvPr>
          <p:cNvSpPr>
            <a:spLocks noGrp="1"/>
          </p:cNvSpPr>
          <p:nvPr>
            <p:ph type="dt" sz="half" idx="10"/>
          </p:nvPr>
        </p:nvSpPr>
        <p:spPr/>
        <p:txBody>
          <a:bodyPr/>
          <a:lstStyle/>
          <a:p>
            <a:fld id="{72345051-2045-45DA-935E-2E3CA1A69ADC}" type="datetimeFigureOut">
              <a:rPr lang="en-US" smtClean="0"/>
              <a:t>7/12/24</a:t>
            </a:fld>
            <a:endParaRPr lang="en-US"/>
          </a:p>
        </p:txBody>
      </p:sp>
      <p:sp>
        <p:nvSpPr>
          <p:cNvPr id="6" name="Footer Placeholder 5">
            <a:extLst>
              <a:ext uri="{FF2B5EF4-FFF2-40B4-BE49-F238E27FC236}">
                <a16:creationId xmlns:a16="http://schemas.microsoft.com/office/drawing/2014/main" id="{961E5057-693B-4E10-958E-0ABE79FEC70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70CECB1-0A35-4C10-9D3D-FE4404283011}"/>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9" name="Rectangle 8" descr="Tag=AccentColor&#10;Flavor=Light&#10;Target=FillAndLine">
            <a:extLst>
              <a:ext uri="{FF2B5EF4-FFF2-40B4-BE49-F238E27FC236}">
                <a16:creationId xmlns:a16="http://schemas.microsoft.com/office/drawing/2014/main" id="{2FAAC677-2D37-4F63-9C4B-711A2988EE0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4752356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AE282-8875-4F49-AB21-E1C2BCAEA1F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1712EA2-EF8C-4F18-BECF-AD121F72816A}"/>
              </a:ext>
            </a:extLst>
          </p:cNvPr>
          <p:cNvSpPr>
            <a:spLocks noGrp="1"/>
          </p:cNvSpPr>
          <p:nvPr>
            <p:ph type="body" idx="1"/>
          </p:nvPr>
        </p:nvSpPr>
        <p:spPr>
          <a:xfrm>
            <a:off x="839788" y="1938528"/>
            <a:ext cx="5157787"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D7B59D4-E93F-40C1-A1A2-F1867830C678}"/>
              </a:ext>
            </a:extLst>
          </p:cNvPr>
          <p:cNvSpPr>
            <a:spLocks noGrp="1"/>
          </p:cNvSpPr>
          <p:nvPr>
            <p:ph sz="half" idx="2"/>
          </p:nvPr>
        </p:nvSpPr>
        <p:spPr>
          <a:xfrm>
            <a:off x="839788" y="2926080"/>
            <a:ext cx="5157787" cy="326440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6E810616-1C77-42AE-8449-D0B64E2B8475}"/>
              </a:ext>
            </a:extLst>
          </p:cNvPr>
          <p:cNvSpPr>
            <a:spLocks noGrp="1"/>
          </p:cNvSpPr>
          <p:nvPr>
            <p:ph type="body" sz="quarter" idx="3"/>
          </p:nvPr>
        </p:nvSpPr>
        <p:spPr>
          <a:xfrm>
            <a:off x="6172200" y="1938528"/>
            <a:ext cx="5183188" cy="823912"/>
          </a:xfrm>
        </p:spPr>
        <p:txBody>
          <a:bodyPr anchor="b">
            <a:normAutofit/>
          </a:bodyPr>
          <a:lstStyle>
            <a:lvl1pPr marL="0" indent="0">
              <a:buNone/>
              <a:defRPr sz="36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74E172-AFE8-48E4-BBB0-CA6D4EC1127C}"/>
              </a:ext>
            </a:extLst>
          </p:cNvPr>
          <p:cNvSpPr>
            <a:spLocks noGrp="1"/>
          </p:cNvSpPr>
          <p:nvPr>
            <p:ph sz="quarter" idx="4"/>
          </p:nvPr>
        </p:nvSpPr>
        <p:spPr>
          <a:xfrm>
            <a:off x="6172200" y="2926080"/>
            <a:ext cx="5183188" cy="32644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C9407CC-270D-4C98-B95C-7AE67D2E1913}"/>
              </a:ext>
            </a:extLst>
          </p:cNvPr>
          <p:cNvSpPr>
            <a:spLocks noGrp="1"/>
          </p:cNvSpPr>
          <p:nvPr>
            <p:ph type="dt" sz="half" idx="10"/>
          </p:nvPr>
        </p:nvSpPr>
        <p:spPr/>
        <p:txBody>
          <a:bodyPr/>
          <a:lstStyle/>
          <a:p>
            <a:fld id="{72345051-2045-45DA-935E-2E3CA1A69ADC}" type="datetimeFigureOut">
              <a:rPr lang="en-US" smtClean="0"/>
              <a:t>7/12/24</a:t>
            </a:fld>
            <a:endParaRPr lang="en-US"/>
          </a:p>
        </p:txBody>
      </p:sp>
      <p:sp>
        <p:nvSpPr>
          <p:cNvPr id="8" name="Footer Placeholder 7">
            <a:extLst>
              <a:ext uri="{FF2B5EF4-FFF2-40B4-BE49-F238E27FC236}">
                <a16:creationId xmlns:a16="http://schemas.microsoft.com/office/drawing/2014/main" id="{454070D5-9B7B-47FC-9F75-F6AD960745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8EAC17-33BE-4265-8C06-644C2D34FD3C}"/>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11" name="Rectangle 10" descr="Tag=AccentColor&#10;Flavor=Light&#10;Target=FillAndLine">
            <a:extLst>
              <a:ext uri="{FF2B5EF4-FFF2-40B4-BE49-F238E27FC236}">
                <a16:creationId xmlns:a16="http://schemas.microsoft.com/office/drawing/2014/main" id="{F634C457-AEBF-47D7-9200-BAD05D138B12}"/>
              </a:ext>
            </a:extLst>
          </p:cNvPr>
          <p:cNvSpPr/>
          <p:nvPr/>
        </p:nvSpPr>
        <p:spPr>
          <a:xfrm>
            <a:off x="838199" y="1709928"/>
            <a:ext cx="10515600" cy="27432"/>
          </a:xfrm>
          <a:custGeom>
            <a:avLst/>
            <a:gdLst>
              <a:gd name="connsiteX0" fmla="*/ 0 w 10515600"/>
              <a:gd name="connsiteY0" fmla="*/ 0 h 27432"/>
              <a:gd name="connsiteX1" fmla="*/ 446913 w 10515600"/>
              <a:gd name="connsiteY1" fmla="*/ 0 h 27432"/>
              <a:gd name="connsiteX2" fmla="*/ 1104138 w 10515600"/>
              <a:gd name="connsiteY2" fmla="*/ 0 h 27432"/>
              <a:gd name="connsiteX3" fmla="*/ 1866519 w 10515600"/>
              <a:gd name="connsiteY3" fmla="*/ 0 h 27432"/>
              <a:gd name="connsiteX4" fmla="*/ 2208276 w 10515600"/>
              <a:gd name="connsiteY4" fmla="*/ 0 h 27432"/>
              <a:gd name="connsiteX5" fmla="*/ 2550033 w 10515600"/>
              <a:gd name="connsiteY5" fmla="*/ 0 h 27432"/>
              <a:gd name="connsiteX6" fmla="*/ 3417570 w 10515600"/>
              <a:gd name="connsiteY6" fmla="*/ 0 h 27432"/>
              <a:gd name="connsiteX7" fmla="*/ 4074795 w 10515600"/>
              <a:gd name="connsiteY7" fmla="*/ 0 h 27432"/>
              <a:gd name="connsiteX8" fmla="*/ 4416552 w 10515600"/>
              <a:gd name="connsiteY8" fmla="*/ 0 h 27432"/>
              <a:gd name="connsiteX9" fmla="*/ 5073777 w 10515600"/>
              <a:gd name="connsiteY9" fmla="*/ 0 h 27432"/>
              <a:gd name="connsiteX10" fmla="*/ 5941314 w 10515600"/>
              <a:gd name="connsiteY10" fmla="*/ 0 h 27432"/>
              <a:gd name="connsiteX11" fmla="*/ 6493383 w 10515600"/>
              <a:gd name="connsiteY11" fmla="*/ 0 h 27432"/>
              <a:gd name="connsiteX12" fmla="*/ 7045452 w 10515600"/>
              <a:gd name="connsiteY12" fmla="*/ 0 h 27432"/>
              <a:gd name="connsiteX13" fmla="*/ 7702677 w 10515600"/>
              <a:gd name="connsiteY13" fmla="*/ 0 h 27432"/>
              <a:gd name="connsiteX14" fmla="*/ 8465058 w 10515600"/>
              <a:gd name="connsiteY14" fmla="*/ 0 h 27432"/>
              <a:gd name="connsiteX15" fmla="*/ 9227439 w 10515600"/>
              <a:gd name="connsiteY15" fmla="*/ 0 h 27432"/>
              <a:gd name="connsiteX16" fmla="*/ 10515600 w 10515600"/>
              <a:gd name="connsiteY16" fmla="*/ 0 h 27432"/>
              <a:gd name="connsiteX17" fmla="*/ 10515600 w 10515600"/>
              <a:gd name="connsiteY17" fmla="*/ 27432 h 27432"/>
              <a:gd name="connsiteX18" fmla="*/ 10068687 w 10515600"/>
              <a:gd name="connsiteY18" fmla="*/ 27432 h 27432"/>
              <a:gd name="connsiteX19" fmla="*/ 9201150 w 10515600"/>
              <a:gd name="connsiteY19" fmla="*/ 27432 h 27432"/>
              <a:gd name="connsiteX20" fmla="*/ 8543925 w 10515600"/>
              <a:gd name="connsiteY20" fmla="*/ 27432 h 27432"/>
              <a:gd name="connsiteX21" fmla="*/ 8202168 w 10515600"/>
              <a:gd name="connsiteY21" fmla="*/ 27432 h 27432"/>
              <a:gd name="connsiteX22" fmla="*/ 7544943 w 10515600"/>
              <a:gd name="connsiteY22" fmla="*/ 27432 h 27432"/>
              <a:gd name="connsiteX23" fmla="*/ 6992874 w 10515600"/>
              <a:gd name="connsiteY23" fmla="*/ 27432 h 27432"/>
              <a:gd name="connsiteX24" fmla="*/ 6440805 w 10515600"/>
              <a:gd name="connsiteY24" fmla="*/ 27432 h 27432"/>
              <a:gd name="connsiteX25" fmla="*/ 5888736 w 10515600"/>
              <a:gd name="connsiteY25" fmla="*/ 27432 h 27432"/>
              <a:gd name="connsiteX26" fmla="*/ 5336667 w 10515600"/>
              <a:gd name="connsiteY26" fmla="*/ 27432 h 27432"/>
              <a:gd name="connsiteX27" fmla="*/ 4574286 w 10515600"/>
              <a:gd name="connsiteY27" fmla="*/ 27432 h 27432"/>
              <a:gd name="connsiteX28" fmla="*/ 3917061 w 10515600"/>
              <a:gd name="connsiteY28" fmla="*/ 27432 h 27432"/>
              <a:gd name="connsiteX29" fmla="*/ 3575304 w 10515600"/>
              <a:gd name="connsiteY29" fmla="*/ 27432 h 27432"/>
              <a:gd name="connsiteX30" fmla="*/ 3023235 w 10515600"/>
              <a:gd name="connsiteY30" fmla="*/ 27432 h 27432"/>
              <a:gd name="connsiteX31" fmla="*/ 2260854 w 10515600"/>
              <a:gd name="connsiteY31" fmla="*/ 27432 h 27432"/>
              <a:gd name="connsiteX32" fmla="*/ 1813941 w 10515600"/>
              <a:gd name="connsiteY32" fmla="*/ 27432 h 27432"/>
              <a:gd name="connsiteX33" fmla="*/ 946404 w 10515600"/>
              <a:gd name="connsiteY33" fmla="*/ 27432 h 27432"/>
              <a:gd name="connsiteX34" fmla="*/ 0 w 10515600"/>
              <a:gd name="connsiteY34" fmla="*/ 27432 h 27432"/>
              <a:gd name="connsiteX35" fmla="*/ 0 w 10515600"/>
              <a:gd name="connsiteY35"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0515600" h="27432" fill="none" extrusionOk="0">
                <a:moveTo>
                  <a:pt x="0" y="0"/>
                </a:moveTo>
                <a:cubicBezTo>
                  <a:pt x="119693" y="-14343"/>
                  <a:pt x="253007" y="-7583"/>
                  <a:pt x="446913" y="0"/>
                </a:cubicBezTo>
                <a:cubicBezTo>
                  <a:pt x="640819" y="7583"/>
                  <a:pt x="841419" y="-7067"/>
                  <a:pt x="1104138" y="0"/>
                </a:cubicBezTo>
                <a:cubicBezTo>
                  <a:pt x="1366858" y="7067"/>
                  <a:pt x="1495525" y="1255"/>
                  <a:pt x="1866519" y="0"/>
                </a:cubicBezTo>
                <a:cubicBezTo>
                  <a:pt x="2237513" y="-1255"/>
                  <a:pt x="2043820" y="12003"/>
                  <a:pt x="2208276" y="0"/>
                </a:cubicBezTo>
                <a:cubicBezTo>
                  <a:pt x="2372732" y="-12003"/>
                  <a:pt x="2419452" y="9887"/>
                  <a:pt x="2550033" y="0"/>
                </a:cubicBezTo>
                <a:cubicBezTo>
                  <a:pt x="2680614" y="-9887"/>
                  <a:pt x="3098156" y="3827"/>
                  <a:pt x="3417570" y="0"/>
                </a:cubicBezTo>
                <a:cubicBezTo>
                  <a:pt x="3736984" y="-3827"/>
                  <a:pt x="3916040" y="-6233"/>
                  <a:pt x="4074795" y="0"/>
                </a:cubicBezTo>
                <a:cubicBezTo>
                  <a:pt x="4233551" y="6233"/>
                  <a:pt x="4279253" y="5661"/>
                  <a:pt x="4416552" y="0"/>
                </a:cubicBezTo>
                <a:cubicBezTo>
                  <a:pt x="4553851" y="-5661"/>
                  <a:pt x="4915758" y="26022"/>
                  <a:pt x="5073777" y="0"/>
                </a:cubicBezTo>
                <a:cubicBezTo>
                  <a:pt x="5231797" y="-26022"/>
                  <a:pt x="5612089" y="32230"/>
                  <a:pt x="5941314" y="0"/>
                </a:cubicBezTo>
                <a:cubicBezTo>
                  <a:pt x="6270539" y="-32230"/>
                  <a:pt x="6313600" y="3064"/>
                  <a:pt x="6493383" y="0"/>
                </a:cubicBezTo>
                <a:cubicBezTo>
                  <a:pt x="6673166" y="-3064"/>
                  <a:pt x="6902474" y="-21096"/>
                  <a:pt x="7045452" y="0"/>
                </a:cubicBezTo>
                <a:cubicBezTo>
                  <a:pt x="7188430" y="21096"/>
                  <a:pt x="7478162" y="17386"/>
                  <a:pt x="7702677" y="0"/>
                </a:cubicBezTo>
                <a:cubicBezTo>
                  <a:pt x="7927192" y="-17386"/>
                  <a:pt x="8295683" y="-35143"/>
                  <a:pt x="8465058" y="0"/>
                </a:cubicBezTo>
                <a:cubicBezTo>
                  <a:pt x="8634433" y="35143"/>
                  <a:pt x="8927835" y="4103"/>
                  <a:pt x="9227439" y="0"/>
                </a:cubicBezTo>
                <a:cubicBezTo>
                  <a:pt x="9527043" y="-4103"/>
                  <a:pt x="10105355" y="-17535"/>
                  <a:pt x="10515600" y="0"/>
                </a:cubicBezTo>
                <a:cubicBezTo>
                  <a:pt x="10515789" y="12323"/>
                  <a:pt x="10515633" y="14639"/>
                  <a:pt x="10515600" y="27432"/>
                </a:cubicBezTo>
                <a:cubicBezTo>
                  <a:pt x="10343646" y="15282"/>
                  <a:pt x="10223667" y="31057"/>
                  <a:pt x="10068687" y="27432"/>
                </a:cubicBezTo>
                <a:cubicBezTo>
                  <a:pt x="9913707" y="23807"/>
                  <a:pt x="9512455" y="4101"/>
                  <a:pt x="9201150" y="27432"/>
                </a:cubicBezTo>
                <a:cubicBezTo>
                  <a:pt x="8889845" y="50763"/>
                  <a:pt x="8866277" y="3158"/>
                  <a:pt x="8543925" y="27432"/>
                </a:cubicBezTo>
                <a:cubicBezTo>
                  <a:pt x="8221573" y="51706"/>
                  <a:pt x="8288348" y="37286"/>
                  <a:pt x="8202168" y="27432"/>
                </a:cubicBezTo>
                <a:cubicBezTo>
                  <a:pt x="8115988" y="17578"/>
                  <a:pt x="7797033" y="6631"/>
                  <a:pt x="7544943" y="27432"/>
                </a:cubicBezTo>
                <a:cubicBezTo>
                  <a:pt x="7292854" y="48233"/>
                  <a:pt x="7108060" y="41767"/>
                  <a:pt x="6992874" y="27432"/>
                </a:cubicBezTo>
                <a:cubicBezTo>
                  <a:pt x="6877688" y="13097"/>
                  <a:pt x="6668930" y="7947"/>
                  <a:pt x="6440805" y="27432"/>
                </a:cubicBezTo>
                <a:cubicBezTo>
                  <a:pt x="6212680" y="46917"/>
                  <a:pt x="6027476" y="35225"/>
                  <a:pt x="5888736" y="27432"/>
                </a:cubicBezTo>
                <a:cubicBezTo>
                  <a:pt x="5749996" y="19639"/>
                  <a:pt x="5574559" y="43627"/>
                  <a:pt x="5336667" y="27432"/>
                </a:cubicBezTo>
                <a:cubicBezTo>
                  <a:pt x="5098775" y="11237"/>
                  <a:pt x="4837534" y="41882"/>
                  <a:pt x="4574286" y="27432"/>
                </a:cubicBezTo>
                <a:cubicBezTo>
                  <a:pt x="4311038" y="12982"/>
                  <a:pt x="4126419" y="26678"/>
                  <a:pt x="3917061" y="27432"/>
                </a:cubicBezTo>
                <a:cubicBezTo>
                  <a:pt x="3707704" y="28186"/>
                  <a:pt x="3657291" y="40087"/>
                  <a:pt x="3575304" y="27432"/>
                </a:cubicBezTo>
                <a:cubicBezTo>
                  <a:pt x="3493317" y="14777"/>
                  <a:pt x="3185226" y="45867"/>
                  <a:pt x="3023235" y="27432"/>
                </a:cubicBezTo>
                <a:cubicBezTo>
                  <a:pt x="2861244" y="8997"/>
                  <a:pt x="2597085" y="35801"/>
                  <a:pt x="2260854" y="27432"/>
                </a:cubicBezTo>
                <a:cubicBezTo>
                  <a:pt x="1924623" y="19063"/>
                  <a:pt x="1996678" y="15705"/>
                  <a:pt x="1813941" y="27432"/>
                </a:cubicBezTo>
                <a:cubicBezTo>
                  <a:pt x="1631204" y="39159"/>
                  <a:pt x="1187542" y="49167"/>
                  <a:pt x="946404" y="27432"/>
                </a:cubicBezTo>
                <a:cubicBezTo>
                  <a:pt x="705266" y="5697"/>
                  <a:pt x="404743" y="28229"/>
                  <a:pt x="0" y="27432"/>
                </a:cubicBezTo>
                <a:cubicBezTo>
                  <a:pt x="244" y="15297"/>
                  <a:pt x="645" y="7129"/>
                  <a:pt x="0" y="0"/>
                </a:cubicBezTo>
                <a:close/>
              </a:path>
              <a:path w="10515600" h="27432" stroke="0" extrusionOk="0">
                <a:moveTo>
                  <a:pt x="0" y="0"/>
                </a:moveTo>
                <a:cubicBezTo>
                  <a:pt x="230793" y="14353"/>
                  <a:pt x="332416" y="21392"/>
                  <a:pt x="552069" y="0"/>
                </a:cubicBezTo>
                <a:cubicBezTo>
                  <a:pt x="771722" y="-21392"/>
                  <a:pt x="761737" y="-14337"/>
                  <a:pt x="893826" y="0"/>
                </a:cubicBezTo>
                <a:cubicBezTo>
                  <a:pt x="1025915" y="14337"/>
                  <a:pt x="1441584" y="-15498"/>
                  <a:pt x="1761363" y="0"/>
                </a:cubicBezTo>
                <a:cubicBezTo>
                  <a:pt x="2081142" y="15498"/>
                  <a:pt x="2111503" y="7278"/>
                  <a:pt x="2313432" y="0"/>
                </a:cubicBezTo>
                <a:cubicBezTo>
                  <a:pt x="2515361" y="-7278"/>
                  <a:pt x="2743584" y="-17845"/>
                  <a:pt x="2865501" y="0"/>
                </a:cubicBezTo>
                <a:cubicBezTo>
                  <a:pt x="2987418" y="17845"/>
                  <a:pt x="3345183" y="8208"/>
                  <a:pt x="3733038" y="0"/>
                </a:cubicBezTo>
                <a:cubicBezTo>
                  <a:pt x="4120893" y="-8208"/>
                  <a:pt x="4009066" y="-3159"/>
                  <a:pt x="4179951" y="0"/>
                </a:cubicBezTo>
                <a:cubicBezTo>
                  <a:pt x="4350836" y="3159"/>
                  <a:pt x="4735020" y="17517"/>
                  <a:pt x="5047488" y="0"/>
                </a:cubicBezTo>
                <a:cubicBezTo>
                  <a:pt x="5359956" y="-17517"/>
                  <a:pt x="5662148" y="-17777"/>
                  <a:pt x="5915025" y="0"/>
                </a:cubicBezTo>
                <a:cubicBezTo>
                  <a:pt x="6167902" y="17777"/>
                  <a:pt x="6308797" y="30350"/>
                  <a:pt x="6572250" y="0"/>
                </a:cubicBezTo>
                <a:cubicBezTo>
                  <a:pt x="6835703" y="-30350"/>
                  <a:pt x="7107419" y="-9627"/>
                  <a:pt x="7439787" y="0"/>
                </a:cubicBezTo>
                <a:cubicBezTo>
                  <a:pt x="7772155" y="9627"/>
                  <a:pt x="7844034" y="-9098"/>
                  <a:pt x="7991856" y="0"/>
                </a:cubicBezTo>
                <a:cubicBezTo>
                  <a:pt x="8139678" y="9098"/>
                  <a:pt x="8289889" y="-20239"/>
                  <a:pt x="8543925" y="0"/>
                </a:cubicBezTo>
                <a:cubicBezTo>
                  <a:pt x="8797961" y="20239"/>
                  <a:pt x="8994198" y="29575"/>
                  <a:pt x="9306306" y="0"/>
                </a:cubicBezTo>
                <a:cubicBezTo>
                  <a:pt x="9618414" y="-29575"/>
                  <a:pt x="9739118" y="-23835"/>
                  <a:pt x="9858375" y="0"/>
                </a:cubicBezTo>
                <a:cubicBezTo>
                  <a:pt x="9977632" y="23835"/>
                  <a:pt x="10370488" y="-4069"/>
                  <a:pt x="10515600" y="0"/>
                </a:cubicBezTo>
                <a:cubicBezTo>
                  <a:pt x="10515650" y="5798"/>
                  <a:pt x="10515903" y="19375"/>
                  <a:pt x="10515600" y="27432"/>
                </a:cubicBezTo>
                <a:cubicBezTo>
                  <a:pt x="10304538" y="42307"/>
                  <a:pt x="10069280" y="3335"/>
                  <a:pt x="9753219" y="27432"/>
                </a:cubicBezTo>
                <a:cubicBezTo>
                  <a:pt x="9437158" y="51529"/>
                  <a:pt x="9488415" y="23852"/>
                  <a:pt x="9411462" y="27432"/>
                </a:cubicBezTo>
                <a:cubicBezTo>
                  <a:pt x="9334509" y="31012"/>
                  <a:pt x="9183755" y="44107"/>
                  <a:pt x="8964549" y="27432"/>
                </a:cubicBezTo>
                <a:cubicBezTo>
                  <a:pt x="8745343" y="10757"/>
                  <a:pt x="8279150" y="61693"/>
                  <a:pt x="8097012" y="27432"/>
                </a:cubicBezTo>
                <a:cubicBezTo>
                  <a:pt x="7914874" y="-6829"/>
                  <a:pt x="7608717" y="59556"/>
                  <a:pt x="7439787" y="27432"/>
                </a:cubicBezTo>
                <a:cubicBezTo>
                  <a:pt x="7270858" y="-4692"/>
                  <a:pt x="7154492" y="27026"/>
                  <a:pt x="6992874" y="27432"/>
                </a:cubicBezTo>
                <a:cubicBezTo>
                  <a:pt x="6831256" y="27838"/>
                  <a:pt x="6536817" y="51174"/>
                  <a:pt x="6335649" y="27432"/>
                </a:cubicBezTo>
                <a:cubicBezTo>
                  <a:pt x="6134481" y="3690"/>
                  <a:pt x="6097824" y="11070"/>
                  <a:pt x="5993892" y="27432"/>
                </a:cubicBezTo>
                <a:cubicBezTo>
                  <a:pt x="5889960" y="43794"/>
                  <a:pt x="5793821" y="34098"/>
                  <a:pt x="5652135" y="27432"/>
                </a:cubicBezTo>
                <a:cubicBezTo>
                  <a:pt x="5510449" y="20766"/>
                  <a:pt x="5168382" y="-3650"/>
                  <a:pt x="4994910" y="27432"/>
                </a:cubicBezTo>
                <a:cubicBezTo>
                  <a:pt x="4821439" y="58514"/>
                  <a:pt x="4653937" y="21362"/>
                  <a:pt x="4547997" y="27432"/>
                </a:cubicBezTo>
                <a:cubicBezTo>
                  <a:pt x="4442057" y="33502"/>
                  <a:pt x="4153363" y="33024"/>
                  <a:pt x="3785616" y="27432"/>
                </a:cubicBezTo>
                <a:cubicBezTo>
                  <a:pt x="3417869" y="21840"/>
                  <a:pt x="3544908" y="29840"/>
                  <a:pt x="3338703" y="27432"/>
                </a:cubicBezTo>
                <a:cubicBezTo>
                  <a:pt x="3132498" y="25024"/>
                  <a:pt x="2782152" y="45947"/>
                  <a:pt x="2576322" y="27432"/>
                </a:cubicBezTo>
                <a:cubicBezTo>
                  <a:pt x="2370492" y="8917"/>
                  <a:pt x="2347214" y="14129"/>
                  <a:pt x="2234565" y="27432"/>
                </a:cubicBezTo>
                <a:cubicBezTo>
                  <a:pt x="2121916" y="40735"/>
                  <a:pt x="1785921" y="49081"/>
                  <a:pt x="1472184" y="27432"/>
                </a:cubicBezTo>
                <a:cubicBezTo>
                  <a:pt x="1158447" y="5783"/>
                  <a:pt x="1203910" y="37937"/>
                  <a:pt x="1025271" y="27432"/>
                </a:cubicBezTo>
                <a:cubicBezTo>
                  <a:pt x="846632" y="16927"/>
                  <a:pt x="846577" y="17996"/>
                  <a:pt x="683514" y="27432"/>
                </a:cubicBezTo>
                <a:cubicBezTo>
                  <a:pt x="520451" y="36868"/>
                  <a:pt x="320799" y="46677"/>
                  <a:pt x="0" y="27432"/>
                </a:cubicBezTo>
                <a:cubicBezTo>
                  <a:pt x="-510" y="19859"/>
                  <a:pt x="-1106" y="11474"/>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9522586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E9AC0-40CD-4451-BF00-5E2FC7B7451B}"/>
              </a:ext>
            </a:extLst>
          </p:cNvPr>
          <p:cNvSpPr>
            <a:spLocks noGrp="1"/>
          </p:cNvSpPr>
          <p:nvPr>
            <p:ph type="title"/>
          </p:nvPr>
        </p:nvSpPr>
        <p:spPr>
          <a:xfrm>
            <a:off x="2203704" y="1728216"/>
            <a:ext cx="7781544" cy="3392424"/>
          </a:xfrm>
        </p:spPr>
        <p:txBody>
          <a:bodyPr>
            <a:normAutofit/>
          </a:bodyPr>
          <a:lstStyle>
            <a:lvl1pPr algn="ctr">
              <a:defRPr sz="7800"/>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C6FD9A32-9C83-452B-BC69-CC6E95D3C93C}"/>
              </a:ext>
            </a:extLst>
          </p:cNvPr>
          <p:cNvSpPr>
            <a:spLocks noGrp="1"/>
          </p:cNvSpPr>
          <p:nvPr>
            <p:ph type="dt" sz="half" idx="10"/>
          </p:nvPr>
        </p:nvSpPr>
        <p:spPr/>
        <p:txBody>
          <a:bodyPr/>
          <a:lstStyle/>
          <a:p>
            <a:fld id="{72345051-2045-45DA-935E-2E3CA1A69ADC}" type="datetimeFigureOut">
              <a:rPr lang="en-US" smtClean="0"/>
              <a:t>7/12/24</a:t>
            </a:fld>
            <a:endParaRPr lang="en-US"/>
          </a:p>
        </p:txBody>
      </p:sp>
      <p:sp>
        <p:nvSpPr>
          <p:cNvPr id="4" name="Footer Placeholder 3">
            <a:extLst>
              <a:ext uri="{FF2B5EF4-FFF2-40B4-BE49-F238E27FC236}">
                <a16:creationId xmlns:a16="http://schemas.microsoft.com/office/drawing/2014/main" id="{6B87B83E-E23E-42DE-876D-F55908A97DC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61C03A8-D428-4010-B413-13B1E9922628}"/>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6" name="Rectangle 6" descr="Tag=AccentColor&#10;Flavor=Light&#10;Target=FillAndLine">
            <a:extLst>
              <a:ext uri="{FF2B5EF4-FFF2-40B4-BE49-F238E27FC236}">
                <a16:creationId xmlns:a16="http://schemas.microsoft.com/office/drawing/2014/main" id="{17F03060-85EC-4182-8C18-C6EE0D373E4B}"/>
              </a:ext>
            </a:extLst>
          </p:cNvPr>
          <p:cNvSpPr/>
          <p:nvPr/>
        </p:nvSpPr>
        <p:spPr>
          <a:xfrm>
            <a:off x="3974206" y="5126892"/>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5132917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72816A0-77C4-4A3F-87BD-A7321E3C84D2}"/>
              </a:ext>
            </a:extLst>
          </p:cNvPr>
          <p:cNvSpPr>
            <a:spLocks noGrp="1"/>
          </p:cNvSpPr>
          <p:nvPr>
            <p:ph type="dt" sz="half" idx="10"/>
          </p:nvPr>
        </p:nvSpPr>
        <p:spPr/>
        <p:txBody>
          <a:bodyPr/>
          <a:lstStyle/>
          <a:p>
            <a:fld id="{72345051-2045-45DA-935E-2E3CA1A69ADC}" type="datetimeFigureOut">
              <a:rPr lang="en-US" smtClean="0"/>
              <a:t>7/12/24</a:t>
            </a:fld>
            <a:endParaRPr lang="en-US"/>
          </a:p>
        </p:txBody>
      </p:sp>
      <p:sp>
        <p:nvSpPr>
          <p:cNvPr id="3" name="Footer Placeholder 2">
            <a:extLst>
              <a:ext uri="{FF2B5EF4-FFF2-40B4-BE49-F238E27FC236}">
                <a16:creationId xmlns:a16="http://schemas.microsoft.com/office/drawing/2014/main" id="{A5FC3464-F026-4C77-9441-55ECA5054D5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87D9257-BADE-4D0B-AF0B-D09FE95FA078}"/>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2240172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1C48E-F751-45A2-9010-208B81EDBE69}"/>
              </a:ext>
            </a:extLst>
          </p:cNvPr>
          <p:cNvSpPr>
            <a:spLocks noGrp="1"/>
          </p:cNvSpPr>
          <p:nvPr>
            <p:ph type="title"/>
          </p:nvPr>
        </p:nvSpPr>
        <p:spPr>
          <a:xfrm>
            <a:off x="839788" y="457200"/>
            <a:ext cx="3932237" cy="3429000"/>
          </a:xfrm>
        </p:spPr>
        <p:txBody>
          <a:bodyPr anchor="b">
            <a:normAutofit/>
          </a:bodyPr>
          <a:lstStyle>
            <a:lvl1pPr>
              <a:defRPr sz="60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9D501F6-8430-4758-8636-74D68E990EC3}"/>
              </a:ext>
            </a:extLst>
          </p:cNvPr>
          <p:cNvSpPr>
            <a:spLocks noGrp="1"/>
          </p:cNvSpPr>
          <p:nvPr>
            <p:ph idx="1"/>
          </p:nvPr>
        </p:nvSpPr>
        <p:spPr>
          <a:xfrm>
            <a:off x="5303520" y="548640"/>
            <a:ext cx="6053328" cy="5431536"/>
          </a:xfrm>
        </p:spPr>
        <p:txBody>
          <a:bodyPr anchor="ct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2E79DC39-A29C-494C-98B6-999746C5F38A}"/>
              </a:ext>
            </a:extLst>
          </p:cNvPr>
          <p:cNvSpPr>
            <a:spLocks noGrp="1"/>
          </p:cNvSpPr>
          <p:nvPr>
            <p:ph type="body" sz="half" idx="2"/>
          </p:nvPr>
        </p:nvSpPr>
        <p:spPr>
          <a:xfrm>
            <a:off x="839788" y="3977640"/>
            <a:ext cx="3932237"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2584C988-A6DB-469A-B8AA-31866F36E83D}"/>
              </a:ext>
            </a:extLst>
          </p:cNvPr>
          <p:cNvSpPr>
            <a:spLocks noGrp="1"/>
          </p:cNvSpPr>
          <p:nvPr>
            <p:ph type="dt" sz="half" idx="10"/>
          </p:nvPr>
        </p:nvSpPr>
        <p:spPr/>
        <p:txBody>
          <a:bodyPr/>
          <a:lstStyle/>
          <a:p>
            <a:fld id="{72345051-2045-45DA-935E-2E3CA1A69ADC}" type="datetimeFigureOut">
              <a:rPr lang="en-US" smtClean="0"/>
              <a:t>7/12/24</a:t>
            </a:fld>
            <a:endParaRPr lang="en-US"/>
          </a:p>
        </p:txBody>
      </p:sp>
      <p:sp>
        <p:nvSpPr>
          <p:cNvPr id="6" name="Footer Placeholder 5">
            <a:extLst>
              <a:ext uri="{FF2B5EF4-FFF2-40B4-BE49-F238E27FC236}">
                <a16:creationId xmlns:a16="http://schemas.microsoft.com/office/drawing/2014/main" id="{02BC39C3-81EB-4828-9AD3-2F1FAC521E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059376C-9810-49A5-BC9A-4E6A02175273}"/>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B9F96F3A-E64D-4401-B02C-BCD5CAA97CFF}"/>
              </a:ext>
            </a:extLst>
          </p:cNvPr>
          <p:cNvSpPr/>
          <p:nvPr/>
        </p:nvSpPr>
        <p:spPr>
          <a:xfrm rot="5400000">
            <a:off x="2797492"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867769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37704-80BD-41B0-8395-41618EC3AFBC}"/>
              </a:ext>
            </a:extLst>
          </p:cNvPr>
          <p:cNvSpPr>
            <a:spLocks noGrp="1"/>
          </p:cNvSpPr>
          <p:nvPr>
            <p:ph type="title"/>
          </p:nvPr>
        </p:nvSpPr>
        <p:spPr>
          <a:xfrm>
            <a:off x="839788" y="457200"/>
            <a:ext cx="3931920" cy="3429000"/>
          </a:xfrm>
        </p:spPr>
        <p:txBody>
          <a:bodyPr anchor="b">
            <a:normAutofit/>
          </a:bodyPr>
          <a:lstStyle>
            <a:lvl1pPr>
              <a:defRPr sz="60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14DA4032-EC66-4974-BD30-898B60E4B562}"/>
              </a:ext>
            </a:extLst>
          </p:cNvPr>
          <p:cNvSpPr>
            <a:spLocks noGrp="1"/>
          </p:cNvSpPr>
          <p:nvPr>
            <p:ph type="pic" idx="1"/>
          </p:nvPr>
        </p:nvSpPr>
        <p:spPr>
          <a:xfrm>
            <a:off x="5303520" y="548640"/>
            <a:ext cx="6053328" cy="543153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921802D0-5574-4631-BA49-92362F8E40DC}"/>
              </a:ext>
            </a:extLst>
          </p:cNvPr>
          <p:cNvSpPr>
            <a:spLocks noGrp="1"/>
          </p:cNvSpPr>
          <p:nvPr>
            <p:ph type="body" sz="half" idx="2"/>
          </p:nvPr>
        </p:nvSpPr>
        <p:spPr>
          <a:xfrm>
            <a:off x="839788" y="3977640"/>
            <a:ext cx="3931920" cy="2002536"/>
          </a:xfrm>
        </p:spPr>
        <p:txBody>
          <a:bodyPr>
            <a:normAutofit/>
          </a:bodyPr>
          <a:lstStyle>
            <a:lvl1pPr marL="0" indent="0">
              <a:buNone/>
              <a:defRPr sz="32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F62C2F5B-DDDD-4E64-94A9-99E46F4B06A0}"/>
              </a:ext>
            </a:extLst>
          </p:cNvPr>
          <p:cNvSpPr>
            <a:spLocks noGrp="1"/>
          </p:cNvSpPr>
          <p:nvPr>
            <p:ph type="dt" sz="half" idx="10"/>
          </p:nvPr>
        </p:nvSpPr>
        <p:spPr/>
        <p:txBody>
          <a:bodyPr/>
          <a:lstStyle/>
          <a:p>
            <a:fld id="{72345051-2045-45DA-935E-2E3CA1A69ADC}" type="datetimeFigureOut">
              <a:rPr lang="en-US" smtClean="0"/>
              <a:t>7/12/24</a:t>
            </a:fld>
            <a:endParaRPr lang="en-US"/>
          </a:p>
        </p:txBody>
      </p:sp>
      <p:sp>
        <p:nvSpPr>
          <p:cNvPr id="6" name="Footer Placeholder 5">
            <a:extLst>
              <a:ext uri="{FF2B5EF4-FFF2-40B4-BE49-F238E27FC236}">
                <a16:creationId xmlns:a16="http://schemas.microsoft.com/office/drawing/2014/main" id="{D4FA8D36-8865-48E7-8249-ED729A5F709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0F98C3-0B62-4361-8408-A01F70807CDB}"/>
              </a:ext>
            </a:extLst>
          </p:cNvPr>
          <p:cNvSpPr>
            <a:spLocks noGrp="1"/>
          </p:cNvSpPr>
          <p:nvPr>
            <p:ph type="sldNum" sz="quarter" idx="12"/>
          </p:nvPr>
        </p:nvSpPr>
        <p:spPr/>
        <p:txBody>
          <a:bodyPr/>
          <a:lstStyle/>
          <a:p>
            <a:fld id="{A7CD31F4-64FA-4BA0-9498-67783267A8C8}" type="slidenum">
              <a:rPr lang="en-US" smtClean="0"/>
              <a:t>‹#›</a:t>
            </a:fld>
            <a:endParaRPr lang="en-US"/>
          </a:p>
        </p:txBody>
      </p:sp>
      <p:sp>
        <p:nvSpPr>
          <p:cNvPr id="8" name="Rectangle 6" descr="Tag=AccentColor&#10;Flavor=Light&#10;Target=FillAndLine">
            <a:extLst>
              <a:ext uri="{FF2B5EF4-FFF2-40B4-BE49-F238E27FC236}">
                <a16:creationId xmlns:a16="http://schemas.microsoft.com/office/drawing/2014/main" id="{FE511AB6-FEAF-4549-BA88-0764BD10B63D}"/>
              </a:ext>
            </a:extLst>
          </p:cNvPr>
          <p:cNvSpPr/>
          <p:nvPr/>
        </p:nvSpPr>
        <p:spPr>
          <a:xfrm rot="5400000">
            <a:off x="2798064" y="3254143"/>
            <a:ext cx="4480560" cy="27432"/>
          </a:xfrm>
          <a:custGeom>
            <a:avLst/>
            <a:gdLst>
              <a:gd name="connsiteX0" fmla="*/ 0 w 4480560"/>
              <a:gd name="connsiteY0" fmla="*/ 0 h 27432"/>
              <a:gd name="connsiteX1" fmla="*/ 595274 w 4480560"/>
              <a:gd name="connsiteY1" fmla="*/ 0 h 27432"/>
              <a:gd name="connsiteX2" fmla="*/ 1100938 w 4480560"/>
              <a:gd name="connsiteY2" fmla="*/ 0 h 27432"/>
              <a:gd name="connsiteX3" fmla="*/ 1651406 w 4480560"/>
              <a:gd name="connsiteY3" fmla="*/ 0 h 27432"/>
              <a:gd name="connsiteX4" fmla="*/ 2336292 w 4480560"/>
              <a:gd name="connsiteY4" fmla="*/ 0 h 27432"/>
              <a:gd name="connsiteX5" fmla="*/ 2931566 w 4480560"/>
              <a:gd name="connsiteY5" fmla="*/ 0 h 27432"/>
              <a:gd name="connsiteX6" fmla="*/ 3482035 w 4480560"/>
              <a:gd name="connsiteY6" fmla="*/ 0 h 27432"/>
              <a:gd name="connsiteX7" fmla="*/ 4480560 w 4480560"/>
              <a:gd name="connsiteY7" fmla="*/ 0 h 27432"/>
              <a:gd name="connsiteX8" fmla="*/ 4480560 w 4480560"/>
              <a:gd name="connsiteY8" fmla="*/ 27432 h 27432"/>
              <a:gd name="connsiteX9" fmla="*/ 3840480 w 4480560"/>
              <a:gd name="connsiteY9" fmla="*/ 27432 h 27432"/>
              <a:gd name="connsiteX10" fmla="*/ 3290011 w 4480560"/>
              <a:gd name="connsiteY10" fmla="*/ 27432 h 27432"/>
              <a:gd name="connsiteX11" fmla="*/ 2560320 w 4480560"/>
              <a:gd name="connsiteY11" fmla="*/ 27432 h 27432"/>
              <a:gd name="connsiteX12" fmla="*/ 1965046 w 4480560"/>
              <a:gd name="connsiteY12" fmla="*/ 27432 h 27432"/>
              <a:gd name="connsiteX13" fmla="*/ 1459382 w 4480560"/>
              <a:gd name="connsiteY13" fmla="*/ 27432 h 27432"/>
              <a:gd name="connsiteX14" fmla="*/ 774497 w 4480560"/>
              <a:gd name="connsiteY14" fmla="*/ 27432 h 27432"/>
              <a:gd name="connsiteX15" fmla="*/ 0 w 4480560"/>
              <a:gd name="connsiteY15" fmla="*/ 27432 h 27432"/>
              <a:gd name="connsiteX16" fmla="*/ 0 w 4480560"/>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480560" h="27432" fill="none" extrusionOk="0">
                <a:moveTo>
                  <a:pt x="0" y="0"/>
                </a:moveTo>
                <a:cubicBezTo>
                  <a:pt x="267821" y="8731"/>
                  <a:pt x="334105" y="2629"/>
                  <a:pt x="595274" y="0"/>
                </a:cubicBezTo>
                <a:cubicBezTo>
                  <a:pt x="856443" y="-2629"/>
                  <a:pt x="863808" y="-13353"/>
                  <a:pt x="1100938" y="0"/>
                </a:cubicBezTo>
                <a:cubicBezTo>
                  <a:pt x="1338068" y="13353"/>
                  <a:pt x="1431663" y="-25862"/>
                  <a:pt x="1651406" y="0"/>
                </a:cubicBezTo>
                <a:cubicBezTo>
                  <a:pt x="1871149" y="25862"/>
                  <a:pt x="2173163" y="23827"/>
                  <a:pt x="2336292" y="0"/>
                </a:cubicBezTo>
                <a:cubicBezTo>
                  <a:pt x="2499421" y="-23827"/>
                  <a:pt x="2720589" y="28148"/>
                  <a:pt x="2931566" y="0"/>
                </a:cubicBezTo>
                <a:cubicBezTo>
                  <a:pt x="3142543" y="-28148"/>
                  <a:pt x="3323630" y="27022"/>
                  <a:pt x="3482035" y="0"/>
                </a:cubicBezTo>
                <a:cubicBezTo>
                  <a:pt x="3640440" y="-27022"/>
                  <a:pt x="4012110" y="-20118"/>
                  <a:pt x="4480560" y="0"/>
                </a:cubicBezTo>
                <a:cubicBezTo>
                  <a:pt x="4479587" y="8304"/>
                  <a:pt x="4480082" y="21512"/>
                  <a:pt x="4480560" y="27432"/>
                </a:cubicBezTo>
                <a:cubicBezTo>
                  <a:pt x="4314132" y="24068"/>
                  <a:pt x="4028383" y="45776"/>
                  <a:pt x="3840480" y="27432"/>
                </a:cubicBezTo>
                <a:cubicBezTo>
                  <a:pt x="3652577" y="9088"/>
                  <a:pt x="3547615" y="11992"/>
                  <a:pt x="3290011" y="27432"/>
                </a:cubicBezTo>
                <a:cubicBezTo>
                  <a:pt x="3032407" y="42872"/>
                  <a:pt x="2830268" y="17863"/>
                  <a:pt x="2560320" y="27432"/>
                </a:cubicBezTo>
                <a:cubicBezTo>
                  <a:pt x="2290372" y="37001"/>
                  <a:pt x="2147422" y="15872"/>
                  <a:pt x="1965046" y="27432"/>
                </a:cubicBezTo>
                <a:cubicBezTo>
                  <a:pt x="1782670" y="38992"/>
                  <a:pt x="1689791" y="49824"/>
                  <a:pt x="1459382" y="27432"/>
                </a:cubicBezTo>
                <a:cubicBezTo>
                  <a:pt x="1228973" y="5040"/>
                  <a:pt x="915486" y="45645"/>
                  <a:pt x="774497" y="27432"/>
                </a:cubicBezTo>
                <a:cubicBezTo>
                  <a:pt x="633508" y="9219"/>
                  <a:pt x="361442" y="-1963"/>
                  <a:pt x="0" y="27432"/>
                </a:cubicBezTo>
                <a:cubicBezTo>
                  <a:pt x="-1048" y="14992"/>
                  <a:pt x="-1120" y="7447"/>
                  <a:pt x="0" y="0"/>
                </a:cubicBezTo>
                <a:close/>
              </a:path>
              <a:path w="4480560" h="27432" stroke="0" extrusionOk="0">
                <a:moveTo>
                  <a:pt x="0" y="0"/>
                </a:moveTo>
                <a:cubicBezTo>
                  <a:pt x="285465" y="225"/>
                  <a:pt x="322691" y="16223"/>
                  <a:pt x="595274" y="0"/>
                </a:cubicBezTo>
                <a:cubicBezTo>
                  <a:pt x="867857" y="-16223"/>
                  <a:pt x="989129" y="-11242"/>
                  <a:pt x="1100938" y="0"/>
                </a:cubicBezTo>
                <a:cubicBezTo>
                  <a:pt x="1212747" y="11242"/>
                  <a:pt x="1574350" y="-36410"/>
                  <a:pt x="1830629" y="0"/>
                </a:cubicBezTo>
                <a:cubicBezTo>
                  <a:pt x="2086908" y="36410"/>
                  <a:pt x="2180922" y="4645"/>
                  <a:pt x="2425903" y="0"/>
                </a:cubicBezTo>
                <a:cubicBezTo>
                  <a:pt x="2670884" y="-4645"/>
                  <a:pt x="2782024" y="22929"/>
                  <a:pt x="3021178" y="0"/>
                </a:cubicBezTo>
                <a:cubicBezTo>
                  <a:pt x="3260332" y="-22929"/>
                  <a:pt x="3456982" y="-1586"/>
                  <a:pt x="3750869" y="0"/>
                </a:cubicBezTo>
                <a:cubicBezTo>
                  <a:pt x="4044756" y="1586"/>
                  <a:pt x="4302726" y="17043"/>
                  <a:pt x="4480560" y="0"/>
                </a:cubicBezTo>
                <a:cubicBezTo>
                  <a:pt x="4481045" y="9333"/>
                  <a:pt x="4481838" y="19699"/>
                  <a:pt x="4480560" y="27432"/>
                </a:cubicBezTo>
                <a:cubicBezTo>
                  <a:pt x="4279652" y="2294"/>
                  <a:pt x="4200762" y="50710"/>
                  <a:pt x="3930091" y="27432"/>
                </a:cubicBezTo>
                <a:cubicBezTo>
                  <a:pt x="3659420" y="4154"/>
                  <a:pt x="3456052" y="31438"/>
                  <a:pt x="3290011" y="27432"/>
                </a:cubicBezTo>
                <a:cubicBezTo>
                  <a:pt x="3123970" y="23426"/>
                  <a:pt x="2882392" y="41962"/>
                  <a:pt x="2649931" y="27432"/>
                </a:cubicBezTo>
                <a:cubicBezTo>
                  <a:pt x="2417470" y="12902"/>
                  <a:pt x="2238426" y="16481"/>
                  <a:pt x="2054657" y="27432"/>
                </a:cubicBezTo>
                <a:cubicBezTo>
                  <a:pt x="1870888" y="38383"/>
                  <a:pt x="1566368" y="54184"/>
                  <a:pt x="1324966" y="27432"/>
                </a:cubicBezTo>
                <a:cubicBezTo>
                  <a:pt x="1083564" y="680"/>
                  <a:pt x="787410" y="20090"/>
                  <a:pt x="595274" y="27432"/>
                </a:cubicBezTo>
                <a:cubicBezTo>
                  <a:pt x="403138" y="34774"/>
                  <a:pt x="169622" y="19643"/>
                  <a:pt x="0" y="27432"/>
                </a:cubicBezTo>
                <a:cubicBezTo>
                  <a:pt x="211" y="18145"/>
                  <a:pt x="120" y="6480"/>
                  <a:pt x="0" y="0"/>
                </a:cubicBezTo>
                <a:close/>
              </a:path>
            </a:pathLst>
          </a:custGeom>
          <a:solidFill>
            <a:schemeClr val="tx1"/>
          </a:solidFill>
          <a:ln w="4445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639680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07CF8D-FF51-4FD8-B968-A2C85073478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661A953-02EA-491B-A215-AF8420D74D3A}"/>
              </a:ext>
            </a:extLst>
          </p:cNvPr>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34084D1E-BC98-44E4-8D2C-89CCDC293331}"/>
              </a:ext>
            </a:extLst>
          </p:cNvPr>
          <p:cNvSpPr>
            <a:spLocks noGrp="1"/>
          </p:cNvSpPr>
          <p:nvPr>
            <p:ph type="dt" sz="half" idx="10"/>
          </p:nvPr>
        </p:nvSpPr>
        <p:spPr/>
        <p:txBody>
          <a:bodyPr/>
          <a:lstStyle/>
          <a:p>
            <a:fld id="{72345051-2045-45DA-935E-2E3CA1A69ADC}" type="datetimeFigureOut">
              <a:rPr lang="en-US" smtClean="0"/>
              <a:t>7/12/24</a:t>
            </a:fld>
            <a:endParaRPr lang="en-US"/>
          </a:p>
        </p:txBody>
      </p:sp>
      <p:sp>
        <p:nvSpPr>
          <p:cNvPr id="5" name="Footer Placeholder 4">
            <a:extLst>
              <a:ext uri="{FF2B5EF4-FFF2-40B4-BE49-F238E27FC236}">
                <a16:creationId xmlns:a16="http://schemas.microsoft.com/office/drawing/2014/main" id="{513019EB-9C2B-4833-B72A-1476941597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5F6E764-5688-45F5-94ED-A7357D2F5689}"/>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6975973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20E3CB6-3025-40BF-A04B-A7B0CB4C01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DD5CB3-8B24-48C7-89D3-8DCAD36A453D}"/>
              </a:ext>
            </a:extLst>
          </p:cNvPr>
          <p:cNvSpPr>
            <a:spLocks noGrp="1"/>
          </p:cNvSpPr>
          <p:nvPr>
            <p:ph type="body" orient="vert" idx="1"/>
          </p:nvPr>
        </p:nvSpPr>
        <p:spPr>
          <a:xfrm>
            <a:off x="838200" y="365125"/>
            <a:ext cx="7734300" cy="581183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50BC931-E2BF-4C1D-91AA-89F82F8268B2}"/>
              </a:ext>
            </a:extLst>
          </p:cNvPr>
          <p:cNvSpPr>
            <a:spLocks noGrp="1"/>
          </p:cNvSpPr>
          <p:nvPr>
            <p:ph type="dt" sz="half" idx="10"/>
          </p:nvPr>
        </p:nvSpPr>
        <p:spPr/>
        <p:txBody>
          <a:bodyPr/>
          <a:lstStyle/>
          <a:p>
            <a:fld id="{72345051-2045-45DA-935E-2E3CA1A69ADC}" type="datetimeFigureOut">
              <a:rPr lang="en-US" smtClean="0"/>
              <a:t>7/12/24</a:t>
            </a:fld>
            <a:endParaRPr lang="en-US"/>
          </a:p>
        </p:txBody>
      </p:sp>
      <p:sp>
        <p:nvSpPr>
          <p:cNvPr id="5" name="Footer Placeholder 4">
            <a:extLst>
              <a:ext uri="{FF2B5EF4-FFF2-40B4-BE49-F238E27FC236}">
                <a16:creationId xmlns:a16="http://schemas.microsoft.com/office/drawing/2014/main" id="{7548A135-AEE9-4483-957E-3D143318DD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28DEFD4-A052-46B3-B2AE-F3091D8A2F7B}"/>
              </a:ext>
            </a:extLst>
          </p:cNvPr>
          <p:cNvSpPr>
            <a:spLocks noGrp="1"/>
          </p:cNvSpPr>
          <p:nvPr>
            <p:ph type="sldNum" sz="quarter" idx="12"/>
          </p:nvPr>
        </p:nvSpPr>
        <p:spPr/>
        <p:txBody>
          <a:bodyPr/>
          <a:lstStyle/>
          <a:p>
            <a:fld id="{A7CD31F4-64FA-4BA0-9498-67783267A8C8}" type="slidenum">
              <a:rPr lang="en-US" smtClean="0"/>
              <a:t>‹#›</a:t>
            </a:fld>
            <a:endParaRPr lang="en-US"/>
          </a:p>
        </p:txBody>
      </p:sp>
    </p:spTree>
    <p:extLst>
      <p:ext uri="{BB962C8B-B14F-4D97-AF65-F5344CB8AC3E}">
        <p14:creationId xmlns:p14="http://schemas.microsoft.com/office/powerpoint/2010/main" val="3398578824"/>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F72D13B-FFCB-4650-AD3C-CB503735257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D0CA9470-DF15-46A1-BF0E-8A5367A4B0F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263047CB-E94D-482F-BACA-681E96C0EC2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600">
                <a:solidFill>
                  <a:schemeClr val="tx1">
                    <a:tint val="75000"/>
                  </a:schemeClr>
                </a:solidFill>
              </a:defRPr>
            </a:lvl1pPr>
          </a:lstStyle>
          <a:p>
            <a:fld id="{72345051-2045-45DA-935E-2E3CA1A69ADC}" type="datetimeFigureOut">
              <a:rPr lang="en-US" smtClean="0"/>
              <a:t>7/12/24</a:t>
            </a:fld>
            <a:endParaRPr lang="en-US" dirty="0"/>
          </a:p>
        </p:txBody>
      </p:sp>
      <p:sp>
        <p:nvSpPr>
          <p:cNvPr id="5" name="Footer Placeholder 4">
            <a:extLst>
              <a:ext uri="{FF2B5EF4-FFF2-40B4-BE49-F238E27FC236}">
                <a16:creationId xmlns:a16="http://schemas.microsoft.com/office/drawing/2014/main" id="{2CFDA4B5-E797-42FC-8B7A-2294DF24A3D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6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678ED201-6D0E-422C-B4EC-566A3DC2980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600">
                <a:solidFill>
                  <a:schemeClr val="tx1">
                    <a:tint val="75000"/>
                  </a:schemeClr>
                </a:solidFill>
              </a:defRPr>
            </a:lvl1pPr>
          </a:lstStyle>
          <a:p>
            <a:fld id="{A7CD31F4-64FA-4BA0-9498-67783267A8C8}" type="slidenum">
              <a:rPr lang="en-US" smtClean="0"/>
              <a:t>‹#›</a:t>
            </a:fld>
            <a:endParaRPr lang="en-US" dirty="0"/>
          </a:p>
        </p:txBody>
      </p:sp>
    </p:spTree>
    <p:extLst>
      <p:ext uri="{BB962C8B-B14F-4D97-AF65-F5344CB8AC3E}">
        <p14:creationId xmlns:p14="http://schemas.microsoft.com/office/powerpoint/2010/main" val="356859119"/>
      </p:ext>
    </p:extLst>
  </p:cSld>
  <p:clrMap bg1="lt1" tx1="dk1" bg2="lt2" tx2="dk2" accent1="accent1" accent2="accent2" accent3="accent3" accent4="accent4" accent5="accent5" accent6="accent6" hlink="hlink" folHlink="folHlink"/>
  <p:sldLayoutIdLst>
    <p:sldLayoutId id="2147483741" r:id="rId1"/>
    <p:sldLayoutId id="2147483742" r:id="rId2"/>
    <p:sldLayoutId id="2147483743" r:id="rId3"/>
    <p:sldLayoutId id="2147483744" r:id="rId4"/>
    <p:sldLayoutId id="2147483745" r:id="rId5"/>
    <p:sldLayoutId id="2147483751" r:id="rId6"/>
    <p:sldLayoutId id="2147483746" r:id="rId7"/>
    <p:sldLayoutId id="2147483747" r:id="rId8"/>
    <p:sldLayoutId id="2147483748" r:id="rId9"/>
    <p:sldLayoutId id="2147483750" r:id="rId10"/>
    <p:sldLayoutId id="2147483749" r:id="rId11"/>
  </p:sldLayoutIdLst>
  <p:txStyles>
    <p:titleStyle>
      <a:lvl1pPr algn="l" defTabSz="914400" rtl="0" eaLnBrk="1" latinLnBrk="0" hangingPunct="1">
        <a:lnSpc>
          <a:spcPct val="100000"/>
        </a:lnSpc>
        <a:spcBef>
          <a:spcPct val="0"/>
        </a:spcBef>
        <a:buNone/>
        <a:defRPr sz="540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32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A5B9DB-0BF9-4260-A97B-936524F966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Top view of a background splashed with colors">
            <a:extLst>
              <a:ext uri="{FF2B5EF4-FFF2-40B4-BE49-F238E27FC236}">
                <a16:creationId xmlns:a16="http://schemas.microsoft.com/office/drawing/2014/main" id="{C2192F6C-D5EF-4EF9-4D99-98572E7A1AF0}"/>
              </a:ext>
            </a:extLst>
          </p:cNvPr>
          <p:cNvPicPr>
            <a:picLocks noChangeAspect="1"/>
          </p:cNvPicPr>
          <p:nvPr/>
        </p:nvPicPr>
        <p:blipFill rotWithShape="1">
          <a:blip r:embed="rId2">
            <a:alphaModFix amt="50000"/>
          </a:blip>
          <a:srcRect t="46" b="1701"/>
          <a:stretch/>
        </p:blipFill>
        <p:spPr>
          <a:xfrm>
            <a:off x="20" y="10"/>
            <a:ext cx="12191979" cy="6857990"/>
          </a:xfrm>
          <a:prstGeom prst="rect">
            <a:avLst/>
          </a:prstGeom>
        </p:spPr>
      </p:pic>
      <p:sp>
        <p:nvSpPr>
          <p:cNvPr id="11" name="Freeform: Shape 10">
            <a:extLst>
              <a:ext uri="{FF2B5EF4-FFF2-40B4-BE49-F238E27FC236}">
                <a16:creationId xmlns:a16="http://schemas.microsoft.com/office/drawing/2014/main" id="{59824785-89B4-4433-955A-F2C847B153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04859" y="614291"/>
            <a:ext cx="10577516" cy="5566372"/>
          </a:xfrm>
          <a:custGeom>
            <a:avLst/>
            <a:gdLst>
              <a:gd name="connsiteX0" fmla="*/ 2871593 w 10577516"/>
              <a:gd name="connsiteY0" fmla="*/ 5218333 h 5566372"/>
              <a:gd name="connsiteX1" fmla="*/ 3890441 w 10577516"/>
              <a:gd name="connsiteY1" fmla="*/ 5441298 h 5566372"/>
              <a:gd name="connsiteX2" fmla="*/ 4931282 w 10577516"/>
              <a:gd name="connsiteY2" fmla="*/ 5506891 h 5566372"/>
              <a:gd name="connsiteX3" fmla="*/ 2871593 w 10577516"/>
              <a:gd name="connsiteY3" fmla="*/ 5218333 h 5566372"/>
              <a:gd name="connsiteX4" fmla="*/ 4720395 w 10577516"/>
              <a:gd name="connsiteY4" fmla="*/ 128662 h 5566372"/>
              <a:gd name="connsiteX5" fmla="*/ 3554723 w 10577516"/>
              <a:gd name="connsiteY5" fmla="*/ 250059 h 5566372"/>
              <a:gd name="connsiteX6" fmla="*/ 2497230 w 10577516"/>
              <a:gd name="connsiteY6" fmla="*/ 530354 h 5566372"/>
              <a:gd name="connsiteX7" fmla="*/ 2960194 w 10577516"/>
              <a:gd name="connsiteY7" fmla="*/ 403237 h 5566372"/>
              <a:gd name="connsiteX8" fmla="*/ 3980314 w 10577516"/>
              <a:gd name="connsiteY8" fmla="*/ 212560 h 5566372"/>
              <a:gd name="connsiteX9" fmla="*/ 4677428 w 10577516"/>
              <a:gd name="connsiteY9" fmla="*/ 139593 h 5566372"/>
              <a:gd name="connsiteX10" fmla="*/ 4760675 w 10577516"/>
              <a:gd name="connsiteY10" fmla="*/ 134906 h 5566372"/>
              <a:gd name="connsiteX11" fmla="*/ 4792997 w 10577516"/>
              <a:gd name="connsiteY11" fmla="*/ 130123 h 5566372"/>
              <a:gd name="connsiteX12" fmla="*/ 4798006 w 10577516"/>
              <a:gd name="connsiteY12" fmla="*/ 130828 h 5566372"/>
              <a:gd name="connsiteX13" fmla="*/ 4798006 w 10577516"/>
              <a:gd name="connsiteY13" fmla="*/ 129381 h 5566372"/>
              <a:gd name="connsiteX14" fmla="*/ 4792997 w 10577516"/>
              <a:gd name="connsiteY14" fmla="*/ 130123 h 5566372"/>
              <a:gd name="connsiteX15" fmla="*/ 4788863 w 10577516"/>
              <a:gd name="connsiteY15" fmla="*/ 129541 h 5566372"/>
              <a:gd name="connsiteX16" fmla="*/ 4720395 w 10577516"/>
              <a:gd name="connsiteY16" fmla="*/ 128662 h 5566372"/>
              <a:gd name="connsiteX17" fmla="*/ 6438297 w 10577516"/>
              <a:gd name="connsiteY17" fmla="*/ 19 h 5566372"/>
              <a:gd name="connsiteX18" fmla="*/ 7523724 w 10577516"/>
              <a:gd name="connsiteY18" fmla="*/ 104129 h 5566372"/>
              <a:gd name="connsiteX19" fmla="*/ 8525668 w 10577516"/>
              <a:gd name="connsiteY19" fmla="*/ 421922 h 5566372"/>
              <a:gd name="connsiteX20" fmla="*/ 9518204 w 10577516"/>
              <a:gd name="connsiteY20" fmla="*/ 1055605 h 5566372"/>
              <a:gd name="connsiteX21" fmla="*/ 10008242 w 10577516"/>
              <a:gd name="connsiteY21" fmla="*/ 1589500 h 5566372"/>
              <a:gd name="connsiteX22" fmla="*/ 10325274 w 10577516"/>
              <a:gd name="connsiteY22" fmla="*/ 2051574 h 5566372"/>
              <a:gd name="connsiteX23" fmla="*/ 10565908 w 10577516"/>
              <a:gd name="connsiteY23" fmla="*/ 2649028 h 5566372"/>
              <a:gd name="connsiteX24" fmla="*/ 10542137 w 10577516"/>
              <a:gd name="connsiteY24" fmla="*/ 2966823 h 5566372"/>
              <a:gd name="connsiteX25" fmla="*/ 10513789 w 10577516"/>
              <a:gd name="connsiteY25" fmla="*/ 3066355 h 5566372"/>
              <a:gd name="connsiteX26" fmla="*/ 10417308 w 10577516"/>
              <a:gd name="connsiteY26" fmla="*/ 3369150 h 5566372"/>
              <a:gd name="connsiteX27" fmla="*/ 9794430 w 10577516"/>
              <a:gd name="connsiteY27" fmla="*/ 4220840 h 5566372"/>
              <a:gd name="connsiteX28" fmla="*/ 8719522 w 10577516"/>
              <a:gd name="connsiteY28" fmla="*/ 4888463 h 5566372"/>
              <a:gd name="connsiteX29" fmla="*/ 7693808 w 10577516"/>
              <a:gd name="connsiteY29" fmla="*/ 5234223 h 5566372"/>
              <a:gd name="connsiteX30" fmla="*/ 7092669 w 10577516"/>
              <a:gd name="connsiteY30" fmla="*/ 5363248 h 5566372"/>
              <a:gd name="connsiteX31" fmla="*/ 6240978 w 10577516"/>
              <a:gd name="connsiteY31" fmla="*/ 5507272 h 5566372"/>
              <a:gd name="connsiteX32" fmla="*/ 5462508 w 10577516"/>
              <a:gd name="connsiteY32" fmla="*/ 5559010 h 5566372"/>
              <a:gd name="connsiteX33" fmla="*/ 4386329 w 10577516"/>
              <a:gd name="connsiteY33" fmla="*/ 5548839 h 5566372"/>
              <a:gd name="connsiteX34" fmla="*/ 3501461 w 10577516"/>
              <a:gd name="connsiteY34" fmla="*/ 5432782 h 5566372"/>
              <a:gd name="connsiteX35" fmla="*/ 2624348 w 10577516"/>
              <a:gd name="connsiteY35" fmla="*/ 5200409 h 5566372"/>
              <a:gd name="connsiteX36" fmla="*/ 2221385 w 10577516"/>
              <a:gd name="connsiteY36" fmla="*/ 5053589 h 5566372"/>
              <a:gd name="connsiteX37" fmla="*/ 1173934 w 10577516"/>
              <a:gd name="connsiteY37" fmla="*/ 4636388 h 5566372"/>
              <a:gd name="connsiteX38" fmla="*/ 438176 w 10577516"/>
              <a:gd name="connsiteY38" fmla="*/ 4080883 h 5566372"/>
              <a:gd name="connsiteX39" fmla="*/ 18687 w 10577516"/>
              <a:gd name="connsiteY39" fmla="*/ 2942161 h 5566372"/>
              <a:gd name="connsiteX40" fmla="*/ 0 w 10577516"/>
              <a:gd name="connsiteY40" fmla="*/ 2832713 h 5566372"/>
              <a:gd name="connsiteX41" fmla="*/ 0 w 10577516"/>
              <a:gd name="connsiteY41" fmla="*/ 2747290 h 5566372"/>
              <a:gd name="connsiteX42" fmla="*/ 14746 w 10577516"/>
              <a:gd name="connsiteY42" fmla="*/ 2661993 h 5566372"/>
              <a:gd name="connsiteX43" fmla="*/ 292753 w 10577516"/>
              <a:gd name="connsiteY43" fmla="*/ 1968947 h 5566372"/>
              <a:gd name="connsiteX44" fmla="*/ 923893 w 10577516"/>
              <a:gd name="connsiteY44" fmla="*/ 1299417 h 5566372"/>
              <a:gd name="connsiteX45" fmla="*/ 2035538 w 10577516"/>
              <a:gd name="connsiteY45" fmla="*/ 648828 h 5566372"/>
              <a:gd name="connsiteX46" fmla="*/ 3545571 w 10577516"/>
              <a:gd name="connsiteY46" fmla="*/ 196289 h 5566372"/>
              <a:gd name="connsiteX47" fmla="*/ 5211705 w 10577516"/>
              <a:gd name="connsiteY47" fmla="*/ 78323 h 5566372"/>
              <a:gd name="connsiteX48" fmla="*/ 5467720 w 10577516"/>
              <a:gd name="connsiteY48" fmla="*/ 77052 h 5566372"/>
              <a:gd name="connsiteX49" fmla="*/ 6073564 w 10577516"/>
              <a:gd name="connsiteY49" fmla="*/ 11840 h 5566372"/>
              <a:gd name="connsiteX50" fmla="*/ 6438297 w 10577516"/>
              <a:gd name="connsiteY50" fmla="*/ 19 h 5566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0577516" h="5566372">
                <a:moveTo>
                  <a:pt x="2871593" y="5218333"/>
                </a:moveTo>
                <a:cubicBezTo>
                  <a:pt x="2990956" y="5269180"/>
                  <a:pt x="3517223" y="5383586"/>
                  <a:pt x="3890441" y="5441298"/>
                </a:cubicBezTo>
                <a:cubicBezTo>
                  <a:pt x="4162855" y="5483248"/>
                  <a:pt x="4828063" y="5526341"/>
                  <a:pt x="4931282" y="5506891"/>
                </a:cubicBezTo>
                <a:cubicBezTo>
                  <a:pt x="4236330" y="5449560"/>
                  <a:pt x="3552816" y="5364900"/>
                  <a:pt x="2871593" y="5218333"/>
                </a:cubicBezTo>
                <a:close/>
                <a:moveTo>
                  <a:pt x="4720395" y="128662"/>
                </a:moveTo>
                <a:cubicBezTo>
                  <a:pt x="4329266" y="138551"/>
                  <a:pt x="3939509" y="179153"/>
                  <a:pt x="3554723" y="250059"/>
                </a:cubicBezTo>
                <a:cubicBezTo>
                  <a:pt x="3195336" y="315207"/>
                  <a:pt x="2841707" y="408943"/>
                  <a:pt x="2497230" y="530354"/>
                </a:cubicBezTo>
                <a:cubicBezTo>
                  <a:pt x="2650917" y="485354"/>
                  <a:pt x="2804728" y="441372"/>
                  <a:pt x="2960194" y="403237"/>
                </a:cubicBezTo>
                <a:cubicBezTo>
                  <a:pt x="3296586" y="321538"/>
                  <a:pt x="3637121" y="257890"/>
                  <a:pt x="3980314" y="212560"/>
                </a:cubicBezTo>
                <a:cubicBezTo>
                  <a:pt x="4212050" y="181797"/>
                  <a:pt x="4444422" y="158280"/>
                  <a:pt x="4677428" y="139593"/>
                </a:cubicBezTo>
                <a:cubicBezTo>
                  <a:pt x="4704949" y="137369"/>
                  <a:pt x="4732915" y="137369"/>
                  <a:pt x="4760675" y="134906"/>
                </a:cubicBezTo>
                <a:lnTo>
                  <a:pt x="4792997" y="130123"/>
                </a:lnTo>
                <a:lnTo>
                  <a:pt x="4798006" y="130828"/>
                </a:lnTo>
                <a:lnTo>
                  <a:pt x="4798006" y="129381"/>
                </a:lnTo>
                <a:lnTo>
                  <a:pt x="4792997" y="130123"/>
                </a:lnTo>
                <a:lnTo>
                  <a:pt x="4788863" y="129541"/>
                </a:lnTo>
                <a:cubicBezTo>
                  <a:pt x="4766106" y="127801"/>
                  <a:pt x="4743237" y="127505"/>
                  <a:pt x="4720395" y="128662"/>
                </a:cubicBezTo>
                <a:close/>
                <a:moveTo>
                  <a:pt x="6438297" y="19"/>
                </a:moveTo>
                <a:cubicBezTo>
                  <a:pt x="6802322" y="-887"/>
                  <a:pt x="7164203" y="31671"/>
                  <a:pt x="7523724" y="104129"/>
                </a:cubicBezTo>
                <a:cubicBezTo>
                  <a:pt x="7868594" y="172060"/>
                  <a:pt x="8204694" y="278661"/>
                  <a:pt x="8525668" y="421922"/>
                </a:cubicBezTo>
                <a:cubicBezTo>
                  <a:pt x="8886414" y="582180"/>
                  <a:pt x="9221001" y="795802"/>
                  <a:pt x="9518204" y="1055605"/>
                </a:cubicBezTo>
                <a:cubicBezTo>
                  <a:pt x="9701176" y="1214502"/>
                  <a:pt x="9865578" y="1393612"/>
                  <a:pt x="10008242" y="1589500"/>
                </a:cubicBezTo>
                <a:cubicBezTo>
                  <a:pt x="10117308" y="1741190"/>
                  <a:pt x="10222982" y="1895218"/>
                  <a:pt x="10325274" y="2051574"/>
                </a:cubicBezTo>
                <a:cubicBezTo>
                  <a:pt x="10446215" y="2231789"/>
                  <a:pt x="10528180" y="2435291"/>
                  <a:pt x="10565908" y="2649028"/>
                </a:cubicBezTo>
                <a:cubicBezTo>
                  <a:pt x="10584595" y="2757459"/>
                  <a:pt x="10583451" y="2862839"/>
                  <a:pt x="10542137" y="2966823"/>
                </a:cubicBezTo>
                <a:cubicBezTo>
                  <a:pt x="10530023" y="2999186"/>
                  <a:pt x="10520540" y="3032466"/>
                  <a:pt x="10513789" y="3066355"/>
                </a:cubicBezTo>
                <a:cubicBezTo>
                  <a:pt x="10490298" y="3169843"/>
                  <a:pt x="10458023" y="3271142"/>
                  <a:pt x="10417308" y="3369150"/>
                </a:cubicBezTo>
                <a:cubicBezTo>
                  <a:pt x="10279257" y="3703851"/>
                  <a:pt x="10062140" y="3980714"/>
                  <a:pt x="9794430" y="4220840"/>
                </a:cubicBezTo>
                <a:cubicBezTo>
                  <a:pt x="9475364" y="4506346"/>
                  <a:pt x="9109391" y="4716599"/>
                  <a:pt x="8719522" y="4888463"/>
                </a:cubicBezTo>
                <a:cubicBezTo>
                  <a:pt x="8388126" y="5034394"/>
                  <a:pt x="8044526" y="5145368"/>
                  <a:pt x="7693808" y="5234223"/>
                </a:cubicBezTo>
                <a:cubicBezTo>
                  <a:pt x="7495123" y="5285070"/>
                  <a:pt x="7294022" y="5324223"/>
                  <a:pt x="7092669" y="5363248"/>
                </a:cubicBezTo>
                <a:cubicBezTo>
                  <a:pt x="6809577" y="5418035"/>
                  <a:pt x="6527120" y="5474730"/>
                  <a:pt x="6240978" y="5507272"/>
                </a:cubicBezTo>
                <a:cubicBezTo>
                  <a:pt x="5982166" y="5536509"/>
                  <a:pt x="5722845" y="5554814"/>
                  <a:pt x="5462508" y="5559010"/>
                </a:cubicBezTo>
                <a:cubicBezTo>
                  <a:pt x="5103782" y="5564730"/>
                  <a:pt x="4744928" y="5576298"/>
                  <a:pt x="4386329" y="5548839"/>
                </a:cubicBezTo>
                <a:cubicBezTo>
                  <a:pt x="4089394" y="5527103"/>
                  <a:pt x="3793960" y="5488344"/>
                  <a:pt x="3501461" y="5432782"/>
                </a:cubicBezTo>
                <a:cubicBezTo>
                  <a:pt x="3204247" y="5374930"/>
                  <a:pt x="2911229" y="5297299"/>
                  <a:pt x="2624348" y="5200409"/>
                </a:cubicBezTo>
                <a:cubicBezTo>
                  <a:pt x="2488841" y="5154775"/>
                  <a:pt x="2358417" y="5094775"/>
                  <a:pt x="2221385" y="5053589"/>
                </a:cubicBezTo>
                <a:cubicBezTo>
                  <a:pt x="1859988" y="4945157"/>
                  <a:pt x="1506856" y="4815878"/>
                  <a:pt x="1173934" y="4636388"/>
                </a:cubicBezTo>
                <a:cubicBezTo>
                  <a:pt x="900250" y="4488931"/>
                  <a:pt x="647539" y="4313508"/>
                  <a:pt x="438176" y="4080883"/>
                </a:cubicBezTo>
                <a:cubicBezTo>
                  <a:pt x="146695" y="3757114"/>
                  <a:pt x="3178" y="3378811"/>
                  <a:pt x="18687" y="2942161"/>
                </a:cubicBezTo>
                <a:cubicBezTo>
                  <a:pt x="19582" y="2904814"/>
                  <a:pt x="13236" y="2867645"/>
                  <a:pt x="0" y="2832713"/>
                </a:cubicBezTo>
                <a:lnTo>
                  <a:pt x="0" y="2747290"/>
                </a:lnTo>
                <a:cubicBezTo>
                  <a:pt x="13474" y="2720341"/>
                  <a:pt x="10296" y="2690468"/>
                  <a:pt x="14746" y="2661993"/>
                </a:cubicBezTo>
                <a:cubicBezTo>
                  <a:pt x="54533" y="2409665"/>
                  <a:pt x="152923" y="2181106"/>
                  <a:pt x="292753" y="1968947"/>
                </a:cubicBezTo>
                <a:cubicBezTo>
                  <a:pt x="464108" y="1708991"/>
                  <a:pt x="680970" y="1491747"/>
                  <a:pt x="923893" y="1299417"/>
                </a:cubicBezTo>
                <a:cubicBezTo>
                  <a:pt x="1263678" y="1030182"/>
                  <a:pt x="1638930" y="820945"/>
                  <a:pt x="2035538" y="648828"/>
                </a:cubicBezTo>
                <a:cubicBezTo>
                  <a:pt x="2521001" y="438575"/>
                  <a:pt x="3025660" y="291755"/>
                  <a:pt x="3545571" y="196289"/>
                </a:cubicBezTo>
                <a:cubicBezTo>
                  <a:pt x="4094899" y="95674"/>
                  <a:pt x="4653670" y="56116"/>
                  <a:pt x="5211705" y="78323"/>
                </a:cubicBezTo>
                <a:cubicBezTo>
                  <a:pt x="5297128" y="81756"/>
                  <a:pt x="5383313" y="88620"/>
                  <a:pt x="5467720" y="77052"/>
                </a:cubicBezTo>
                <a:cubicBezTo>
                  <a:pt x="5669076" y="49467"/>
                  <a:pt x="5870557" y="24299"/>
                  <a:pt x="6073564" y="11840"/>
                </a:cubicBezTo>
                <a:cubicBezTo>
                  <a:pt x="6195374" y="4340"/>
                  <a:pt x="6316955" y="320"/>
                  <a:pt x="6438297" y="19"/>
                </a:cubicBezTo>
                <a:close/>
              </a:path>
            </a:pathLst>
          </a:custGeom>
          <a:solidFill>
            <a:srgbClr val="E73429"/>
          </a:solidFill>
          <a:ln w="9525" cap="flat">
            <a:noFill/>
            <a:prstDash val="solid"/>
            <a:miter/>
          </a:ln>
        </p:spPr>
        <p:txBody>
          <a:bodyPr rtlCol="0" anchor="ctr"/>
          <a:lstStyle/>
          <a:p>
            <a:endParaRPr lang="en-US"/>
          </a:p>
        </p:txBody>
      </p:sp>
      <p:sp>
        <p:nvSpPr>
          <p:cNvPr id="2" name="Title 1">
            <a:extLst>
              <a:ext uri="{FF2B5EF4-FFF2-40B4-BE49-F238E27FC236}">
                <a16:creationId xmlns:a16="http://schemas.microsoft.com/office/drawing/2014/main" id="{A5576FB7-6080-6A55-AC13-C1311EAA11C6}"/>
              </a:ext>
            </a:extLst>
          </p:cNvPr>
          <p:cNvSpPr>
            <a:spLocks noGrp="1"/>
          </p:cNvSpPr>
          <p:nvPr>
            <p:ph type="ctrTitle"/>
          </p:nvPr>
        </p:nvSpPr>
        <p:spPr>
          <a:xfrm>
            <a:off x="2066925" y="1731762"/>
            <a:ext cx="8058150" cy="2453841"/>
          </a:xfrm>
        </p:spPr>
        <p:txBody>
          <a:bodyPr>
            <a:normAutofit/>
          </a:bodyPr>
          <a:lstStyle/>
          <a:p>
            <a:pPr algn="ctr"/>
            <a:r>
              <a:rPr lang="en-US" sz="8800" dirty="0"/>
              <a:t>Investments 1.0</a:t>
            </a:r>
          </a:p>
        </p:txBody>
      </p:sp>
      <p:sp>
        <p:nvSpPr>
          <p:cNvPr id="13" name="Rectangle 6">
            <a:extLst>
              <a:ext uri="{FF2B5EF4-FFF2-40B4-BE49-F238E27FC236}">
                <a16:creationId xmlns:a16="http://schemas.microsoft.com/office/drawing/2014/main" id="{CB2E64D6-3AEB-4AFF-9475-E210F85E0A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4419423"/>
            <a:ext cx="4243589" cy="27432"/>
          </a:xfrm>
          <a:custGeom>
            <a:avLst/>
            <a:gdLst>
              <a:gd name="connsiteX0" fmla="*/ 0 w 4243589"/>
              <a:gd name="connsiteY0" fmla="*/ 0 h 27432"/>
              <a:gd name="connsiteX1" fmla="*/ 563791 w 4243589"/>
              <a:gd name="connsiteY1" fmla="*/ 0 h 27432"/>
              <a:gd name="connsiteX2" fmla="*/ 1042710 w 4243589"/>
              <a:gd name="connsiteY2" fmla="*/ 0 h 27432"/>
              <a:gd name="connsiteX3" fmla="*/ 1564066 w 4243589"/>
              <a:gd name="connsiteY3" fmla="*/ 0 h 27432"/>
              <a:gd name="connsiteX4" fmla="*/ 2212729 w 4243589"/>
              <a:gd name="connsiteY4" fmla="*/ 0 h 27432"/>
              <a:gd name="connsiteX5" fmla="*/ 2776520 w 4243589"/>
              <a:gd name="connsiteY5" fmla="*/ 0 h 27432"/>
              <a:gd name="connsiteX6" fmla="*/ 3297875 w 4243589"/>
              <a:gd name="connsiteY6" fmla="*/ 0 h 27432"/>
              <a:gd name="connsiteX7" fmla="*/ 4243589 w 4243589"/>
              <a:gd name="connsiteY7" fmla="*/ 0 h 27432"/>
              <a:gd name="connsiteX8" fmla="*/ 4243589 w 4243589"/>
              <a:gd name="connsiteY8" fmla="*/ 27432 h 27432"/>
              <a:gd name="connsiteX9" fmla="*/ 3637362 w 4243589"/>
              <a:gd name="connsiteY9" fmla="*/ 27432 h 27432"/>
              <a:gd name="connsiteX10" fmla="*/ 3116007 w 4243589"/>
              <a:gd name="connsiteY10" fmla="*/ 27432 h 27432"/>
              <a:gd name="connsiteX11" fmla="*/ 2424908 w 4243589"/>
              <a:gd name="connsiteY11" fmla="*/ 27432 h 27432"/>
              <a:gd name="connsiteX12" fmla="*/ 1861117 w 4243589"/>
              <a:gd name="connsiteY12" fmla="*/ 27432 h 27432"/>
              <a:gd name="connsiteX13" fmla="*/ 1382198 w 4243589"/>
              <a:gd name="connsiteY13" fmla="*/ 27432 h 27432"/>
              <a:gd name="connsiteX14" fmla="*/ 733535 w 4243589"/>
              <a:gd name="connsiteY14" fmla="*/ 27432 h 27432"/>
              <a:gd name="connsiteX15" fmla="*/ 0 w 4243589"/>
              <a:gd name="connsiteY15" fmla="*/ 27432 h 27432"/>
              <a:gd name="connsiteX16" fmla="*/ 0 w 4243589"/>
              <a:gd name="connsiteY16" fmla="*/ 0 h 274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243589" h="27432"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2616" y="8304"/>
                  <a:pt x="4243111" y="21512"/>
                  <a:pt x="4243589" y="27432"/>
                </a:cubicBezTo>
                <a:cubicBezTo>
                  <a:pt x="4112949" y="6289"/>
                  <a:pt x="3928037" y="10975"/>
                  <a:pt x="3637362" y="27432"/>
                </a:cubicBezTo>
                <a:cubicBezTo>
                  <a:pt x="3346687" y="43889"/>
                  <a:pt x="3254446" y="35813"/>
                  <a:pt x="3116007" y="27432"/>
                </a:cubicBezTo>
                <a:cubicBezTo>
                  <a:pt x="2977569" y="19051"/>
                  <a:pt x="2620228" y="38017"/>
                  <a:pt x="2424908" y="27432"/>
                </a:cubicBezTo>
                <a:cubicBezTo>
                  <a:pt x="2229588" y="16847"/>
                  <a:pt x="2088287" y="5290"/>
                  <a:pt x="1861117" y="27432"/>
                </a:cubicBezTo>
                <a:cubicBezTo>
                  <a:pt x="1633947" y="49574"/>
                  <a:pt x="1502447" y="8273"/>
                  <a:pt x="1382198" y="27432"/>
                </a:cubicBezTo>
                <a:cubicBezTo>
                  <a:pt x="1261949" y="46591"/>
                  <a:pt x="1045440" y="37497"/>
                  <a:pt x="733535" y="27432"/>
                </a:cubicBezTo>
                <a:cubicBezTo>
                  <a:pt x="421630" y="17367"/>
                  <a:pt x="341257" y="-9215"/>
                  <a:pt x="0" y="27432"/>
                </a:cubicBezTo>
                <a:cubicBezTo>
                  <a:pt x="-1048" y="14992"/>
                  <a:pt x="-1120" y="7447"/>
                  <a:pt x="0" y="0"/>
                </a:cubicBezTo>
                <a:close/>
              </a:path>
              <a:path w="4243589" h="27432"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4074" y="9333"/>
                  <a:pt x="4244867" y="19699"/>
                  <a:pt x="4243589" y="27432"/>
                </a:cubicBezTo>
                <a:cubicBezTo>
                  <a:pt x="4130424" y="7904"/>
                  <a:pt x="3932803" y="51393"/>
                  <a:pt x="3722234" y="27432"/>
                </a:cubicBezTo>
                <a:cubicBezTo>
                  <a:pt x="3511665" y="3471"/>
                  <a:pt x="3269903" y="55138"/>
                  <a:pt x="3116007" y="27432"/>
                </a:cubicBezTo>
                <a:cubicBezTo>
                  <a:pt x="2962111" y="-274"/>
                  <a:pt x="2744280" y="32368"/>
                  <a:pt x="2509780" y="27432"/>
                </a:cubicBezTo>
                <a:cubicBezTo>
                  <a:pt x="2275280" y="22496"/>
                  <a:pt x="2066059" y="52808"/>
                  <a:pt x="1945989" y="27432"/>
                </a:cubicBezTo>
                <a:cubicBezTo>
                  <a:pt x="1825919" y="2056"/>
                  <a:pt x="1407329" y="21760"/>
                  <a:pt x="1254890" y="27432"/>
                </a:cubicBezTo>
                <a:cubicBezTo>
                  <a:pt x="1102451" y="33104"/>
                  <a:pt x="837950" y="40817"/>
                  <a:pt x="563791" y="27432"/>
                </a:cubicBezTo>
                <a:cubicBezTo>
                  <a:pt x="289632" y="14047"/>
                  <a:pt x="132768" y="16249"/>
                  <a:pt x="0" y="27432"/>
                </a:cubicBezTo>
                <a:cubicBezTo>
                  <a:pt x="211" y="18145"/>
                  <a:pt x="120" y="6480"/>
                  <a:pt x="0" y="0"/>
                </a:cubicBezTo>
                <a:close/>
              </a:path>
            </a:pathLst>
          </a:custGeom>
          <a:solidFill>
            <a:schemeClr val="tx1"/>
          </a:solidFill>
          <a:ln w="38100" cap="rnd">
            <a:solidFill>
              <a:schemeClr val="tx1"/>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78308960"/>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533D6-02A7-1F98-7131-9B8B663C5263}"/>
              </a:ext>
            </a:extLst>
          </p:cNvPr>
          <p:cNvSpPr>
            <a:spLocks noGrp="1"/>
          </p:cNvSpPr>
          <p:nvPr>
            <p:ph type="title"/>
          </p:nvPr>
        </p:nvSpPr>
        <p:spPr/>
        <p:txBody>
          <a:bodyPr/>
          <a:lstStyle/>
          <a:p>
            <a:r>
              <a:rPr lang="en-US" dirty="0"/>
              <a:t>Nasdaq</a:t>
            </a:r>
          </a:p>
        </p:txBody>
      </p:sp>
      <p:sp>
        <p:nvSpPr>
          <p:cNvPr id="3" name="Content Placeholder 2">
            <a:extLst>
              <a:ext uri="{FF2B5EF4-FFF2-40B4-BE49-F238E27FC236}">
                <a16:creationId xmlns:a16="http://schemas.microsoft.com/office/drawing/2014/main" id="{C2C93E4A-7776-CB63-5A72-C54383EFDCFB}"/>
              </a:ext>
            </a:extLst>
          </p:cNvPr>
          <p:cNvSpPr>
            <a:spLocks noGrp="1"/>
          </p:cNvSpPr>
          <p:nvPr>
            <p:ph idx="1"/>
          </p:nvPr>
        </p:nvSpPr>
        <p:spPr/>
        <p:txBody>
          <a:bodyPr/>
          <a:lstStyle/>
          <a:p>
            <a:r>
              <a:rPr lang="en-US" dirty="0"/>
              <a:t>NASDAQ (National Association of Securities Dealers Automated Quotations) is one of the largest and most important stock exchanges in the United States and the world.</a:t>
            </a:r>
          </a:p>
          <a:p>
            <a:r>
              <a:rPr lang="en-US" dirty="0"/>
              <a:t>NASDAQ was founded in 1971 as the world's first electronic stock exchange. It was created to provide an automated platform for trading stocks, in contrast to traditional exchanges that were conducted on a physical trading floor.</a:t>
            </a:r>
          </a:p>
          <a:p>
            <a:r>
              <a:rPr lang="en-US" dirty="0"/>
              <a:t>NASDAQ is known for its pioneering use of technology to facilitate stock trading. Since its founding, it has been a leader in implementing electronic trading systems, enabling greater efficiency, transparency and speed in transactions.</a:t>
            </a:r>
          </a:p>
          <a:p>
            <a:endParaRPr lang="en-US" dirty="0"/>
          </a:p>
          <a:p>
            <a:endParaRPr lang="en-US" dirty="0"/>
          </a:p>
        </p:txBody>
      </p:sp>
    </p:spTree>
    <p:extLst>
      <p:ext uri="{BB962C8B-B14F-4D97-AF65-F5344CB8AC3E}">
        <p14:creationId xmlns:p14="http://schemas.microsoft.com/office/powerpoint/2010/main" val="2180886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533D6-02A7-1F98-7131-9B8B663C5263}"/>
              </a:ext>
            </a:extLst>
          </p:cNvPr>
          <p:cNvSpPr>
            <a:spLocks noGrp="1"/>
          </p:cNvSpPr>
          <p:nvPr>
            <p:ph type="title"/>
          </p:nvPr>
        </p:nvSpPr>
        <p:spPr/>
        <p:txBody>
          <a:bodyPr/>
          <a:lstStyle/>
          <a:p>
            <a:r>
              <a:rPr lang="en-US" dirty="0"/>
              <a:t>Nasdaq</a:t>
            </a:r>
          </a:p>
        </p:txBody>
      </p:sp>
      <p:sp>
        <p:nvSpPr>
          <p:cNvPr id="3" name="Content Placeholder 2">
            <a:extLst>
              <a:ext uri="{FF2B5EF4-FFF2-40B4-BE49-F238E27FC236}">
                <a16:creationId xmlns:a16="http://schemas.microsoft.com/office/drawing/2014/main" id="{C2C93E4A-7776-CB63-5A72-C54383EFDCFB}"/>
              </a:ext>
            </a:extLst>
          </p:cNvPr>
          <p:cNvSpPr>
            <a:spLocks noGrp="1"/>
          </p:cNvSpPr>
          <p:nvPr>
            <p:ph idx="1"/>
          </p:nvPr>
        </p:nvSpPr>
        <p:spPr/>
        <p:txBody>
          <a:bodyPr>
            <a:normAutofit fontScale="92500" lnSpcReduction="10000"/>
          </a:bodyPr>
          <a:lstStyle/>
          <a:p>
            <a:r>
              <a:rPr lang="en-US" dirty="0"/>
              <a:t>NASDAQ is famous for hosting many of the largest and most influential technology companies in the world. Companies such as Apple, Microsoft, Amazon, Google (Alphabet), Facebook (Meta) and many others are listed on NASDAQ. In addition to technology companies, NASDAQ also lists companies from other sectors, including healthcare, finance, consumer and industrial.</a:t>
            </a:r>
          </a:p>
          <a:p>
            <a:r>
              <a:rPr lang="en-US" dirty="0"/>
              <a:t>NASDAQ Composite: A widely followed index that includes all stocks listed on the NASDAQ exchange.</a:t>
            </a:r>
          </a:p>
          <a:p>
            <a:r>
              <a:rPr lang="en-US" dirty="0"/>
              <a:t>NASDAQ-100: An index that includes the 100 largest non-financial companies listed on NASDAQ, many of which are global leaders in technology and innovation.</a:t>
            </a:r>
          </a:p>
          <a:p>
            <a:r>
              <a:rPr lang="en-US" dirty="0"/>
              <a:t>NASDAQ operates as an electronic trading network where buyers and sellers can trade stocks through an automated system. This differs from traditional stock exchanges, such as the New York Stock Exchange (NYSE), which historically used a physical trading floor to execute transactions.</a:t>
            </a:r>
          </a:p>
          <a:p>
            <a:endParaRPr lang="en-US" dirty="0"/>
          </a:p>
          <a:p>
            <a:endParaRPr lang="en-US" dirty="0"/>
          </a:p>
          <a:p>
            <a:endParaRPr lang="en-US" dirty="0"/>
          </a:p>
        </p:txBody>
      </p:sp>
    </p:spTree>
    <p:extLst>
      <p:ext uri="{BB962C8B-B14F-4D97-AF65-F5344CB8AC3E}">
        <p14:creationId xmlns:p14="http://schemas.microsoft.com/office/powerpoint/2010/main" val="2904249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1533D6-02A7-1F98-7131-9B8B663C5263}"/>
              </a:ext>
            </a:extLst>
          </p:cNvPr>
          <p:cNvSpPr>
            <a:spLocks noGrp="1"/>
          </p:cNvSpPr>
          <p:nvPr>
            <p:ph type="title"/>
          </p:nvPr>
        </p:nvSpPr>
        <p:spPr/>
        <p:txBody>
          <a:bodyPr/>
          <a:lstStyle/>
          <a:p>
            <a:r>
              <a:rPr lang="en-US" dirty="0"/>
              <a:t>Nasdaq</a:t>
            </a:r>
          </a:p>
        </p:txBody>
      </p:sp>
      <p:sp>
        <p:nvSpPr>
          <p:cNvPr id="3" name="Content Placeholder 2">
            <a:extLst>
              <a:ext uri="{FF2B5EF4-FFF2-40B4-BE49-F238E27FC236}">
                <a16:creationId xmlns:a16="http://schemas.microsoft.com/office/drawing/2014/main" id="{C2C93E4A-7776-CB63-5A72-C54383EFDCFB}"/>
              </a:ext>
            </a:extLst>
          </p:cNvPr>
          <p:cNvSpPr>
            <a:spLocks noGrp="1"/>
          </p:cNvSpPr>
          <p:nvPr>
            <p:ph idx="1"/>
          </p:nvPr>
        </p:nvSpPr>
        <p:spPr/>
        <p:txBody>
          <a:bodyPr>
            <a:normAutofit/>
          </a:bodyPr>
          <a:lstStyle/>
          <a:p>
            <a:r>
              <a:rPr lang="en-US" dirty="0"/>
              <a:t>To be listed on NASDAQ, a company must meet certain financial and corporate governance criteria. These include minimum requirements for share price, market capitalization and trading volume, among others.</a:t>
            </a:r>
          </a:p>
          <a:p>
            <a:r>
              <a:rPr lang="en-US" dirty="0"/>
              <a:t>NASDAQ has a significant impact on global financial markets, serving as a crucial barometer for the performance of technology and innovation stocks. Its quotes and indices are closely watched by investors and analysts around the world.</a:t>
            </a:r>
          </a:p>
          <a:p>
            <a:r>
              <a:rPr lang="en-US" dirty="0"/>
              <a:t>In summary, NASDAQ is a modern, innovative stock exchange known for its strong emphasis on technology companies and its electronic approach to stock trading. It plays a vital role in the global economy, providing a platform for trading the shares of some of the largest and most influential companies in the world.</a:t>
            </a:r>
            <a:endParaRPr lang="en-US" dirty="0"/>
          </a:p>
          <a:p>
            <a:endParaRPr lang="en-US" dirty="0"/>
          </a:p>
        </p:txBody>
      </p:sp>
    </p:spTree>
    <p:extLst>
      <p:ext uri="{BB962C8B-B14F-4D97-AF65-F5344CB8AC3E}">
        <p14:creationId xmlns:p14="http://schemas.microsoft.com/office/powerpoint/2010/main" val="1267035251"/>
      </p:ext>
    </p:extLst>
  </p:cSld>
  <p:clrMapOvr>
    <a:masterClrMapping/>
  </p:clrMapOvr>
</p:sld>
</file>

<file path=ppt/theme/theme1.xml><?xml version="1.0" encoding="utf-8"?>
<a:theme xmlns:a="http://schemas.openxmlformats.org/drawingml/2006/main" name="SketchyVTI">
  <a:themeElements>
    <a:clrScheme name="AnalogousFromRegularSeedRightStep">
      <a:dk1>
        <a:srgbClr val="000000"/>
      </a:dk1>
      <a:lt1>
        <a:srgbClr val="FFFFFF"/>
      </a:lt1>
      <a:dk2>
        <a:srgbClr val="223A3D"/>
      </a:dk2>
      <a:lt2>
        <a:srgbClr val="E2E8E8"/>
      </a:lt2>
      <a:accent1>
        <a:srgbClr val="E73429"/>
      </a:accent1>
      <a:accent2>
        <a:srgbClr val="D57117"/>
      </a:accent2>
      <a:accent3>
        <a:srgbClr val="B4A420"/>
      </a:accent3>
      <a:accent4>
        <a:srgbClr val="80B113"/>
      </a:accent4>
      <a:accent5>
        <a:srgbClr val="4AB821"/>
      </a:accent5>
      <a:accent6>
        <a:srgbClr val="14BC2C"/>
      </a:accent6>
      <a:hlink>
        <a:srgbClr val="329096"/>
      </a:hlink>
      <a:folHlink>
        <a:srgbClr val="7F7F7F"/>
      </a:folHlink>
    </a:clrScheme>
    <a:fontScheme name="Custom 2">
      <a:majorFont>
        <a:latin typeface="The Serif Hand Black"/>
        <a:ea typeface=""/>
        <a:cs typeface=""/>
      </a:majorFont>
      <a:minorFont>
        <a:latin typeface="The Hand Bold"/>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ketchyVTI" id="{A6D2C935-A6E4-4DD9-BCC5-5AE2504DB8EA}" vid="{F0754072-50B6-4C01-B911-67246C9F58D2}"/>
    </a:ext>
  </a:extLst>
</a:theme>
</file>

<file path=docProps/app.xml><?xml version="1.0" encoding="utf-8"?>
<Properties xmlns="http://schemas.openxmlformats.org/officeDocument/2006/extended-properties" xmlns:vt="http://schemas.openxmlformats.org/officeDocument/2006/docPropsVTypes">
  <TotalTime>2</TotalTime>
  <Words>422</Words>
  <Application>Microsoft Macintosh PowerPoint</Application>
  <PresentationFormat>Widescreen</PresentationFormat>
  <Paragraphs>15</Paragraphs>
  <Slides>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The Hand Bold</vt:lpstr>
      <vt:lpstr>The Serif Hand Black</vt:lpstr>
      <vt:lpstr>SketchyVTI</vt:lpstr>
      <vt:lpstr>Investimentos 1.0</vt:lpstr>
      <vt:lpstr>Nasdaq</vt:lpstr>
      <vt:lpstr>Nasdaq</vt:lpstr>
      <vt:lpstr>Nasdaq</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DM PM</dc:creator>
  <cp:lastModifiedBy>D M</cp:lastModifiedBy>
  <cp:revision>2</cp:revision>
  <dcterms:created xsi:type="dcterms:W3CDTF">2024-07-11T03:55:26Z</dcterms:created>
  <dcterms:modified xsi:type="dcterms:W3CDTF">2024-07-12T21:37:06Z</dcterms:modified>
</cp:coreProperties>
</file>